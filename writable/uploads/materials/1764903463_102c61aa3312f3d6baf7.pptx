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9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020" autoAdjust="0"/>
  </p:normalViewPr>
  <p:slideViewPr>
    <p:cSldViewPr snapToGrid="0">
      <p:cViewPr varScale="1">
        <p:scale>
          <a:sx n="40" d="100"/>
          <a:sy n="40" d="100"/>
        </p:scale>
        <p:origin x="2674" y="38"/>
      </p:cViewPr>
      <p:guideLst/>
    </p:cSldViewPr>
  </p:slideViewPr>
  <p:notesTextViewPr>
    <p:cViewPr>
      <p:scale>
        <a:sx n="150" d="100"/>
        <a:sy n="150" d="100"/>
      </p:scale>
      <p:origin x="0" y="-43"/>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8475" cy="465137"/>
          </a:xfrm>
          <a:prstGeom prst="rect">
            <a:avLst/>
          </a:prstGeom>
          <a:noFill/>
          <a:ln>
            <a:noFill/>
          </a:ln>
        </p:spPr>
        <p:txBody>
          <a:bodyPr lIns="91425" tIns="91425" rIns="91425" bIns="91425" anchor="t" anchorCtr="0"/>
          <a:lstStyle>
            <a:lvl1pPr marL="0" marR="0" lvl="0" indent="0" algn="l" rt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 name="Shape 4"/>
          <p:cNvSpPr txBox="1">
            <a:spLocks noGrp="1"/>
          </p:cNvSpPr>
          <p:nvPr>
            <p:ph type="dt" idx="10"/>
          </p:nvPr>
        </p:nvSpPr>
        <p:spPr>
          <a:xfrm>
            <a:off x="3971925" y="0"/>
            <a:ext cx="3038475" cy="465137"/>
          </a:xfrm>
          <a:prstGeom prst="rect">
            <a:avLst/>
          </a:prstGeom>
          <a:noFill/>
          <a:ln>
            <a:noFill/>
          </a:ln>
        </p:spPr>
        <p:txBody>
          <a:bodyPr lIns="91425" tIns="91425" rIns="91425" bIns="91425" anchor="t" anchorCtr="0"/>
          <a:lstStyle>
            <a:lvl1pPr marL="0" marR="0" lvl="0" indent="0" algn="r" rt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5" name="Shape 5"/>
          <p:cNvSpPr>
            <a:spLocks noGrp="1" noRot="1" noChangeAspect="1"/>
          </p:cNvSpPr>
          <p:nvPr>
            <p:ph type="sldImg" idx="3"/>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a:solidFill>
            <a:srgbClr val="FFFFFF"/>
          </a:solidFill>
          <a:ln w="9525" cap="rnd" cmpd="sng">
            <a:solidFill>
              <a:srgbClr val="000000"/>
            </a:solidFill>
            <a:prstDash val="solid"/>
            <a:miter/>
            <a:headEnd type="none" w="med" len="med"/>
            <a:tailEnd type="none" w="med" len="med"/>
          </a:ln>
        </p:spPr>
      </p:sp>
      <p:sp>
        <p:nvSpPr>
          <p:cNvPr id="6" name="Shape 6"/>
          <p:cNvSpPr txBox="1">
            <a:spLocks noGrp="1"/>
          </p:cNvSpPr>
          <p:nvPr>
            <p:ph type="body" idx="1"/>
          </p:nvPr>
        </p:nvSpPr>
        <p:spPr>
          <a:xfrm>
            <a:off x="935037" y="4416425"/>
            <a:ext cx="5140324" cy="4183061"/>
          </a:xfrm>
          <a:prstGeom prst="rect">
            <a:avLst/>
          </a:prstGeom>
          <a:noFill/>
          <a:ln>
            <a:noFill/>
          </a:ln>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7" name="Shape 7"/>
          <p:cNvSpPr txBox="1">
            <a:spLocks noGrp="1"/>
          </p:cNvSpPr>
          <p:nvPr>
            <p:ph type="ftr" idx="11"/>
          </p:nvPr>
        </p:nvSpPr>
        <p:spPr>
          <a:xfrm>
            <a:off x="0" y="8831261"/>
            <a:ext cx="3038475" cy="465137"/>
          </a:xfrm>
          <a:prstGeom prst="rect">
            <a:avLst/>
          </a:prstGeom>
          <a:noFill/>
          <a:ln>
            <a:noFill/>
          </a:ln>
        </p:spPr>
        <p:txBody>
          <a:bodyPr lIns="91425" tIns="91425" rIns="91425" bIns="91425" anchor="b" anchorCtr="0"/>
          <a:lstStyle>
            <a:lvl1pPr marL="0" marR="0" lvl="0" indent="0" algn="l" rt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8" name="Shape 8"/>
          <p:cNvSpPr txBox="1">
            <a:spLocks noGrp="1"/>
          </p:cNvSpPr>
          <p:nvPr>
            <p:ph type="sldNum" idx="12"/>
          </p:nvPr>
        </p:nvSpPr>
        <p:spPr>
          <a:xfrm>
            <a:off x="3971925" y="8831261"/>
            <a:ext cx="3038475" cy="465137"/>
          </a:xfrm>
          <a:prstGeom prst="rect">
            <a:avLst/>
          </a:prstGeom>
          <a:noFill/>
          <a:ln>
            <a:noFill/>
          </a:ln>
        </p:spPr>
        <p:txBody>
          <a:bodyPr lIns="91425" tIns="91425" rIns="91425" bIns="91425" anchor="b" anchorCtr="0">
            <a:noAutofit/>
          </a:bodyPr>
          <a:lstStyle/>
          <a:p>
            <a:pPr marL="0" marR="0" lvl="0" indent="0" algn="r" rtl="0">
              <a:spcBef>
                <a:spcPts val="0"/>
              </a:spcBef>
            </a:pPr>
          </a:p>
          <a:p>
            <a:pPr marL="0" marR="0" lvl="1" indent="0" algn="l" rtl="0">
              <a:spcBef>
                <a:spcPts val="0"/>
              </a:spcBef>
            </a:pPr>
          </a:p>
          <a:p>
            <a:pPr marL="0" marR="0" lvl="2" indent="0" algn="l" rtl="0">
              <a:spcBef>
                <a:spcPts val="0"/>
              </a:spcBef>
            </a:pPr>
          </a:p>
          <a:p>
            <a:pPr marL="0" marR="0" lvl="3" indent="0" algn="l" rtl="0">
              <a:spcBef>
                <a:spcPts val="0"/>
              </a:spcBef>
            </a:pPr>
          </a:p>
          <a:p>
            <a:pPr marL="0" marR="0" lvl="4" indent="0" algn="l" rtl="0">
              <a:spcBef>
                <a:spcPts val="0"/>
              </a:spcBef>
            </a:pPr>
          </a:p>
          <a:p>
            <a:pPr marL="0" marR="0" lvl="5" indent="0" algn="l" rtl="0">
              <a:spcBef>
                <a:spcPts val="0"/>
              </a:spcBef>
            </a:pPr>
          </a:p>
          <a:p>
            <a:pPr marL="0" marR="0" lvl="6" indent="0" algn="l" rtl="0">
              <a:spcBef>
                <a:spcPts val="0"/>
              </a:spcBef>
            </a:pPr>
          </a:p>
          <a:p>
            <a:pPr marL="0" marR="0" lvl="7" indent="0" algn="l" rtl="0">
              <a:spcBef>
                <a:spcPts val="0"/>
              </a:spcBef>
            </a:pPr>
          </a:p>
          <a:p>
            <a:pPr marL="0" marR="0" lvl="8" indent="0" algn="l" rtl="0">
              <a:spcBef>
                <a:spcPts val="0"/>
              </a:spcBef>
            </a:p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43" name="Shape 43"/>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
        <p:cNvGrpSpPr/>
        <p:nvPr/>
      </p:nvGrpSpPr>
      <p:grpSpPr>
        <a:xfrm>
          <a:off x="0" y="0"/>
          <a:ext cx="0" cy="0"/>
          <a:chOff x="0" y="0"/>
          <a:chExt cx="0" cy="0"/>
        </a:xfrm>
      </p:grpSpPr>
      <p:sp>
        <p:nvSpPr>
          <p:cNvPr id="50" name="Shape 50"/>
          <p:cNvSpPr txBox="1">
            <a:spLocks noGrp="1"/>
          </p:cNvSpPr>
          <p:nvPr>
            <p:ph type="sldNum" idx="12"/>
          </p:nvPr>
        </p:nvSpPr>
        <p:spPr>
          <a:xfrm>
            <a:off x="3971925" y="8831261"/>
            <a:ext cx="3038475" cy="465137"/>
          </a:xfrm>
          <a:prstGeom prst="rect">
            <a:avLst/>
          </a:prstGeom>
          <a:noFill/>
          <a:ln>
            <a:noFill/>
          </a:ln>
        </p:spPr>
        <p:txBody>
          <a:bodyPr lIns="93175" tIns="46575" rIns="93175" bIns="46575" anchor="b" anchorCtr="0">
            <a:noAutofit/>
          </a:bodyPr>
          <a:lstStyle/>
          <a:p>
            <a:pPr marL="0" marR="0" lvl="0" indent="0" algn="r" rtl="0">
              <a:spcBef>
                <a:spcPts val="0"/>
              </a:spcBef>
              <a:buSzPct val="25000"/>
              <a:buNone/>
            </a:pPr>
            <a:r>
              <a:rPr lang="en-US"/>
              <a:t> </a:t>
            </a:r>
            <a:endParaRPr lang="en-US"/>
          </a:p>
        </p:txBody>
      </p:sp>
      <p:sp>
        <p:nvSpPr>
          <p:cNvPr id="51" name="Shape 51"/>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52" name="Shape 52"/>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Shape 57"/>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58" name="Shape 58"/>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
        <p:cNvGrpSpPr/>
        <p:nvPr/>
      </p:nvGrpSpPr>
      <p:grpSpPr>
        <a:xfrm>
          <a:off x="0" y="0"/>
          <a:ext cx="0" cy="0"/>
          <a:chOff x="0" y="0"/>
          <a:chExt cx="0" cy="0"/>
        </a:xfrm>
      </p:grpSpPr>
      <p:sp>
        <p:nvSpPr>
          <p:cNvPr id="65" name="Shape 65"/>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r>
              <a:rPr lang="en-US" b="1" dirty="0"/>
              <a:t>1. Logical Process Models</a:t>
            </a:r>
            <a:endParaRPr lang="en-US" b="1" dirty="0"/>
          </a:p>
          <a:p>
            <a:r>
              <a:rPr lang="en-US" dirty="0"/>
              <a:t>Logical process models show </a:t>
            </a:r>
            <a:r>
              <a:rPr lang="en-US" b="1" dirty="0"/>
              <a:t>what the system must do</a:t>
            </a:r>
            <a:r>
              <a:rPr lang="en-US" dirty="0"/>
              <a:t> without describing </a:t>
            </a:r>
            <a:r>
              <a:rPr lang="en-US" b="1" dirty="0"/>
              <a:t>how</a:t>
            </a:r>
            <a:r>
              <a:rPr lang="en-US" dirty="0"/>
              <a:t> it will actually be implemented.</a:t>
            </a:r>
            <a:endParaRPr lang="en-US" dirty="0"/>
          </a:p>
          <a:p>
            <a:endParaRPr lang="en-US" b="1" dirty="0"/>
          </a:p>
          <a:p>
            <a:r>
              <a:rPr lang="en-US" b="1" dirty="0"/>
              <a:t>Key Characteristics:</a:t>
            </a:r>
            <a:endParaRPr lang="en-US" b="1" dirty="0"/>
          </a:p>
          <a:p>
            <a:pPr marL="171450" indent="-171450">
              <a:buFont typeface="Arial" panose="020B0604020202020204" pitchFamily="34" charset="0"/>
              <a:buChar char="•"/>
            </a:pPr>
            <a:r>
              <a:rPr lang="en-US" dirty="0"/>
              <a:t>Technology-independent</a:t>
            </a:r>
            <a:endParaRPr lang="en-US" dirty="0"/>
          </a:p>
          <a:p>
            <a:pPr marL="171450" indent="-171450">
              <a:buFont typeface="Arial" panose="020B0604020202020204" pitchFamily="34" charset="0"/>
              <a:buChar char="•"/>
            </a:pPr>
            <a:r>
              <a:rPr lang="en-US" dirty="0"/>
              <a:t>Focus on </a:t>
            </a:r>
            <a:r>
              <a:rPr lang="en-US" b="1" dirty="0"/>
              <a:t>business processes</a:t>
            </a:r>
            <a:r>
              <a:rPr lang="en-US" dirty="0"/>
              <a:t>, </a:t>
            </a:r>
            <a:r>
              <a:rPr lang="en-US" b="1" dirty="0"/>
              <a:t>inputs</a:t>
            </a:r>
            <a:r>
              <a:rPr lang="en-US" dirty="0"/>
              <a:t>, </a:t>
            </a:r>
            <a:r>
              <a:rPr lang="en-US" b="1" dirty="0"/>
              <a:t>outputs</a:t>
            </a:r>
            <a:r>
              <a:rPr lang="en-US" dirty="0"/>
              <a:t>, and </a:t>
            </a:r>
            <a:r>
              <a:rPr lang="en-US" b="1" dirty="0"/>
              <a:t>rules</a:t>
            </a:r>
            <a:endParaRPr lang="en-US" dirty="0"/>
          </a:p>
          <a:p>
            <a:pPr marL="171450" indent="-171450">
              <a:buFont typeface="Arial" panose="020B0604020202020204" pitchFamily="34" charset="0"/>
              <a:buChar char="•"/>
            </a:pPr>
            <a:r>
              <a:rPr lang="en-US" dirty="0"/>
              <a:t>Do </a:t>
            </a:r>
            <a:r>
              <a:rPr lang="en-US" b="1" dirty="0"/>
              <a:t>not</a:t>
            </a:r>
            <a:r>
              <a:rPr lang="en-US" dirty="0"/>
              <a:t> include hardware, software, or physical methods</a:t>
            </a:r>
            <a:endParaRPr lang="en-US" dirty="0"/>
          </a:p>
          <a:p>
            <a:pPr marL="171450" indent="-171450">
              <a:buFont typeface="Arial" panose="020B0604020202020204" pitchFamily="34" charset="0"/>
              <a:buChar char="•"/>
            </a:pPr>
            <a:r>
              <a:rPr lang="en-US" dirty="0"/>
              <a:t>Describe the </a:t>
            </a:r>
            <a:r>
              <a:rPr lang="en-US" b="1" dirty="0"/>
              <a:t>essence of the system</a:t>
            </a:r>
            <a:endParaRPr lang="en-US" dirty="0"/>
          </a:p>
          <a:p>
            <a:endParaRPr lang="en-US" b="1" dirty="0"/>
          </a:p>
          <a:p>
            <a:r>
              <a:rPr lang="en-US" b="1" dirty="0"/>
              <a:t>Purpose:</a:t>
            </a:r>
            <a:endParaRPr lang="en-US" b="1" dirty="0"/>
          </a:p>
          <a:p>
            <a:r>
              <a:rPr lang="en-US" dirty="0"/>
              <a:t>To understand the </a:t>
            </a:r>
            <a:r>
              <a:rPr lang="en-US" b="1" dirty="0"/>
              <a:t>true requirements</a:t>
            </a:r>
            <a:r>
              <a:rPr lang="en-US" dirty="0"/>
              <a:t> of the system before making decisions about design or implementation.</a:t>
            </a:r>
            <a:endParaRPr lang="en-US" dirty="0"/>
          </a:p>
          <a:p>
            <a:pPr lvl="0">
              <a:spcBef>
                <a:spcPts val="0"/>
              </a:spcBef>
              <a:buNone/>
            </a:pPr>
            <a:endParaRPr lang="en-PH" dirty="0"/>
          </a:p>
          <a:p>
            <a:r>
              <a:rPr lang="en-US" b="1" dirty="0"/>
              <a:t>Example (Library System):</a:t>
            </a:r>
            <a:endParaRPr lang="en-US" b="1" dirty="0"/>
          </a:p>
          <a:p>
            <a:r>
              <a:rPr lang="en-US" dirty="0"/>
              <a:t>Logical model might show:</a:t>
            </a:r>
            <a:endParaRPr lang="en-US" dirty="0"/>
          </a:p>
          <a:p>
            <a:pPr marL="171450" indent="-171450">
              <a:buFont typeface="Arial" panose="020B0604020202020204" pitchFamily="34" charset="0"/>
              <a:buChar char="•"/>
            </a:pPr>
            <a:r>
              <a:rPr lang="en-US" dirty="0"/>
              <a:t>“Process Borrow Request”</a:t>
            </a:r>
            <a:endParaRPr lang="en-US" dirty="0"/>
          </a:p>
          <a:p>
            <a:pPr marL="171450" indent="-171450">
              <a:buFont typeface="Arial" panose="020B0604020202020204" pitchFamily="34" charset="0"/>
              <a:buChar char="•"/>
            </a:pPr>
            <a:r>
              <a:rPr lang="en-US" dirty="0"/>
              <a:t>“Check Book Availability”</a:t>
            </a:r>
            <a:endParaRPr lang="en-US" dirty="0"/>
          </a:p>
          <a:p>
            <a:pPr marL="171450" indent="-171450">
              <a:buFont typeface="Arial" panose="020B0604020202020204" pitchFamily="34" charset="0"/>
              <a:buChar char="•"/>
            </a:pPr>
            <a:r>
              <a:rPr lang="en-US" dirty="0"/>
              <a:t>“Record Borrowing Transaction”</a:t>
            </a:r>
            <a:endParaRPr lang="en-US" dirty="0"/>
          </a:p>
          <a:p>
            <a:endParaRPr lang="en-US" dirty="0"/>
          </a:p>
          <a:p>
            <a:r>
              <a:rPr lang="en-US" dirty="0"/>
              <a:t>But it </a:t>
            </a:r>
            <a:r>
              <a:rPr lang="en-US" b="1" dirty="0"/>
              <a:t>does not</a:t>
            </a:r>
            <a:r>
              <a:rPr lang="en-US" dirty="0"/>
              <a:t> specify:</a:t>
            </a:r>
            <a:endParaRPr lang="en-US" dirty="0"/>
          </a:p>
          <a:p>
            <a:pPr marL="171450" indent="-171450">
              <a:buFont typeface="Arial" panose="020B0604020202020204" pitchFamily="34" charset="0"/>
              <a:buChar char="•"/>
            </a:pPr>
            <a:r>
              <a:rPr lang="en-US" dirty="0"/>
              <a:t>Which database (MySQL? Oracle?)</a:t>
            </a:r>
            <a:endParaRPr lang="en-US" dirty="0"/>
          </a:p>
          <a:p>
            <a:pPr marL="171450" indent="-171450">
              <a:buFont typeface="Arial" panose="020B0604020202020204" pitchFamily="34" charset="0"/>
              <a:buChar char="•"/>
            </a:pPr>
            <a:r>
              <a:rPr lang="en-US" dirty="0"/>
              <a:t>Whether borrowing is done via computer or paper</a:t>
            </a:r>
            <a:endParaRPr lang="en-US" dirty="0"/>
          </a:p>
          <a:p>
            <a:pPr marL="171450" indent="-171450">
              <a:buFont typeface="Arial" panose="020B0604020202020204" pitchFamily="34" charset="0"/>
              <a:buChar char="•"/>
            </a:pPr>
            <a:r>
              <a:rPr lang="en-US" dirty="0"/>
              <a:t>How the user interface looks</a:t>
            </a:r>
            <a:endParaRPr lang="en-US" dirty="0"/>
          </a:p>
          <a:p>
            <a:pPr marL="171450" indent="-171450">
              <a:buFont typeface="Arial" panose="020B0604020202020204" pitchFamily="34" charset="0"/>
              <a:buChar char="•"/>
            </a:pPr>
            <a:r>
              <a:rPr lang="en-US" dirty="0"/>
              <a:t>How data is stored physically</a:t>
            </a:r>
            <a:endParaRPr lang="en-US" dirty="0"/>
          </a:p>
          <a:p>
            <a:pPr marL="171450" indent="-171450">
              <a:buFont typeface="Arial" panose="020B0604020202020204" pitchFamily="34" charset="0"/>
              <a:buChar char="•"/>
            </a:pPr>
            <a:r>
              <a:rPr lang="en-US" dirty="0"/>
              <a:t>It is purely </a:t>
            </a:r>
            <a:r>
              <a:rPr lang="en-US" b="1" dirty="0"/>
              <a:t>conceptual</a:t>
            </a:r>
            <a:r>
              <a:rPr lang="en-US" dirty="0"/>
              <a:t> and </a:t>
            </a:r>
            <a:r>
              <a:rPr lang="en-US" b="1" dirty="0"/>
              <a:t>business-focused</a:t>
            </a:r>
            <a:r>
              <a:rPr lang="en-US" dirty="0"/>
              <a:t>.</a:t>
            </a:r>
            <a:endParaRPr lang="en-US" dirty="0"/>
          </a:p>
          <a:p>
            <a:pPr lvl="0">
              <a:spcBef>
                <a:spcPts val="0"/>
              </a:spcBef>
              <a:buNone/>
            </a:pPr>
            <a:endParaRPr lang="en-PH" dirty="0"/>
          </a:p>
          <a:p>
            <a:pPr lvl="0">
              <a:spcBef>
                <a:spcPts val="0"/>
              </a:spcBef>
              <a:buNone/>
            </a:pPr>
            <a:endParaRPr lang="en-PH" dirty="0"/>
          </a:p>
          <a:p>
            <a:r>
              <a:rPr lang="en-US" b="1" dirty="0"/>
              <a:t>2. Physical Process Models</a:t>
            </a:r>
            <a:endParaRPr lang="en-US" b="1" dirty="0"/>
          </a:p>
          <a:p>
            <a:r>
              <a:rPr lang="en-US" dirty="0"/>
              <a:t>Physical process models show </a:t>
            </a:r>
            <a:r>
              <a:rPr lang="en-US" b="1" dirty="0"/>
              <a:t>how the system will actually be built and implemented</a:t>
            </a:r>
            <a:r>
              <a:rPr lang="en-US" dirty="0"/>
              <a:t>.</a:t>
            </a:r>
            <a:endParaRPr lang="en-US" dirty="0"/>
          </a:p>
          <a:p>
            <a:endParaRPr lang="en-US" b="1" dirty="0"/>
          </a:p>
          <a:p>
            <a:r>
              <a:rPr lang="en-US" b="1" dirty="0"/>
              <a:t>Key Characteristics:</a:t>
            </a:r>
            <a:endParaRPr lang="en-US" b="1" dirty="0"/>
          </a:p>
          <a:p>
            <a:pPr marL="171450" indent="-171450">
              <a:buFont typeface="Arial" panose="020B0604020202020204" pitchFamily="34" charset="0"/>
              <a:buChar char="•"/>
            </a:pPr>
            <a:r>
              <a:rPr lang="en-US" dirty="0"/>
              <a:t>Technology-dependent</a:t>
            </a:r>
            <a:endParaRPr lang="en-US" dirty="0"/>
          </a:p>
          <a:p>
            <a:pPr marL="171450" indent="-171450">
              <a:buFont typeface="Arial" panose="020B0604020202020204" pitchFamily="34" charset="0"/>
              <a:buChar char="•"/>
            </a:pPr>
            <a:r>
              <a:rPr lang="en-US" dirty="0"/>
              <a:t>Includes </a:t>
            </a:r>
            <a:r>
              <a:rPr lang="en-US" b="1" dirty="0"/>
              <a:t>specific hardware, software, files, databases</a:t>
            </a:r>
            <a:endParaRPr lang="en-US" dirty="0"/>
          </a:p>
          <a:p>
            <a:pPr marL="171450" indent="-171450">
              <a:buFont typeface="Arial" panose="020B0604020202020204" pitchFamily="34" charset="0"/>
              <a:buChar char="•"/>
            </a:pPr>
            <a:r>
              <a:rPr lang="en-US" dirty="0"/>
              <a:t>Includes </a:t>
            </a:r>
            <a:r>
              <a:rPr lang="en-US" b="1" dirty="0"/>
              <a:t>manual procedures</a:t>
            </a:r>
            <a:r>
              <a:rPr lang="en-US" dirty="0"/>
              <a:t> and </a:t>
            </a:r>
            <a:r>
              <a:rPr lang="en-US" b="1" dirty="0"/>
              <a:t>user interfaces</a:t>
            </a:r>
            <a:endParaRPr lang="en-US" dirty="0"/>
          </a:p>
          <a:p>
            <a:pPr marL="171450" indent="-171450">
              <a:buFont typeface="Arial" panose="020B0604020202020204" pitchFamily="34" charset="0"/>
              <a:buChar char="•"/>
            </a:pPr>
            <a:r>
              <a:rPr lang="en-US" dirty="0"/>
              <a:t>Describes </a:t>
            </a:r>
            <a:r>
              <a:rPr lang="en-US" b="1" dirty="0"/>
              <a:t>how processes are carried out in the real world</a:t>
            </a:r>
            <a:endParaRPr lang="en-US" dirty="0"/>
          </a:p>
          <a:p>
            <a:endParaRPr lang="en-US" b="1" dirty="0"/>
          </a:p>
          <a:p>
            <a:r>
              <a:rPr lang="en-US" b="1" dirty="0"/>
              <a:t>Purpose:</a:t>
            </a:r>
            <a:endParaRPr lang="en-US" b="1" dirty="0"/>
          </a:p>
          <a:p>
            <a:r>
              <a:rPr lang="en-US" dirty="0"/>
              <a:t>To guide developers and designers in </a:t>
            </a:r>
            <a:r>
              <a:rPr lang="en-US" b="1" dirty="0"/>
              <a:t>building the actual system</a:t>
            </a:r>
            <a:r>
              <a:rPr lang="en-US" dirty="0"/>
              <a:t> based on the logical requirements.</a:t>
            </a:r>
            <a:endParaRPr lang="en-US" dirty="0"/>
          </a:p>
          <a:p>
            <a:endParaRPr lang="en-US" b="1" dirty="0"/>
          </a:p>
          <a:p>
            <a:r>
              <a:rPr lang="en-US" b="1" dirty="0"/>
              <a:t>Example (Library System):</a:t>
            </a:r>
            <a:endParaRPr lang="en-US" b="1" dirty="0"/>
          </a:p>
          <a:p>
            <a:r>
              <a:rPr lang="en-US" dirty="0"/>
              <a:t>Physical model might show:</a:t>
            </a:r>
            <a:endParaRPr lang="en-US" dirty="0"/>
          </a:p>
          <a:p>
            <a:pPr marL="171450" indent="-171450">
              <a:buFont typeface="Arial" panose="020B0604020202020204" pitchFamily="34" charset="0"/>
              <a:buChar char="•"/>
            </a:pPr>
            <a:r>
              <a:rPr lang="en-US" dirty="0"/>
              <a:t>“Search MySQL Database for Available Books”</a:t>
            </a:r>
            <a:endParaRPr lang="en-US" dirty="0"/>
          </a:p>
          <a:p>
            <a:pPr marL="171450" indent="-171450">
              <a:buFont typeface="Arial" panose="020B0604020202020204" pitchFamily="34" charset="0"/>
              <a:buChar char="•"/>
            </a:pPr>
            <a:r>
              <a:rPr lang="en-US" dirty="0"/>
              <a:t>“Record Transaction in </a:t>
            </a:r>
            <a:r>
              <a:rPr lang="en-US" dirty="0" err="1"/>
              <a:t>borrow_tbl</a:t>
            </a:r>
            <a:r>
              <a:rPr lang="en-US" dirty="0"/>
              <a:t>”</a:t>
            </a:r>
            <a:endParaRPr lang="en-US" dirty="0"/>
          </a:p>
          <a:p>
            <a:pPr marL="171450" indent="-171450">
              <a:buFont typeface="Arial" panose="020B0604020202020204" pitchFamily="34" charset="0"/>
              <a:buChar char="•"/>
            </a:pPr>
            <a:r>
              <a:rPr lang="en-US" dirty="0"/>
              <a:t>“Update </a:t>
            </a:r>
            <a:r>
              <a:rPr lang="en-US" dirty="0" err="1"/>
              <a:t>book_status</a:t>
            </a:r>
            <a:r>
              <a:rPr lang="en-US" dirty="0"/>
              <a:t> column”</a:t>
            </a:r>
            <a:endParaRPr lang="en-US" dirty="0"/>
          </a:p>
          <a:p>
            <a:pPr marL="171450" indent="-171450">
              <a:buFont typeface="Arial" panose="020B0604020202020204" pitchFamily="34" charset="0"/>
              <a:buChar char="•"/>
            </a:pPr>
            <a:r>
              <a:rPr lang="en-US" dirty="0"/>
              <a:t>“Librarian scans barcode using barcode scanner”</a:t>
            </a:r>
            <a:endParaRPr lang="en-US" dirty="0"/>
          </a:p>
          <a:p>
            <a:pPr marL="171450" indent="-171450">
              <a:buFont typeface="Arial" panose="020B0604020202020204" pitchFamily="34" charset="0"/>
              <a:buChar char="•"/>
            </a:pPr>
            <a:r>
              <a:rPr lang="en-US" dirty="0"/>
              <a:t>“Web interface displays confirmation message”</a:t>
            </a:r>
            <a:endParaRPr lang="en-US" dirty="0"/>
          </a:p>
          <a:p>
            <a:endParaRPr lang="en-US" dirty="0"/>
          </a:p>
          <a:p>
            <a:r>
              <a:rPr lang="en-US" dirty="0"/>
              <a:t>It includes:</a:t>
            </a:r>
            <a:endParaRPr lang="en-US" dirty="0"/>
          </a:p>
          <a:p>
            <a:pPr marL="171450" indent="-171450">
              <a:buFont typeface="Arial" panose="020B0604020202020204" pitchFamily="34" charset="0"/>
              <a:buChar char="•"/>
            </a:pPr>
            <a:r>
              <a:rPr lang="en-US" dirty="0"/>
              <a:t>Database names</a:t>
            </a:r>
            <a:endParaRPr lang="en-US" dirty="0"/>
          </a:p>
          <a:p>
            <a:pPr marL="171450" indent="-171450">
              <a:buFont typeface="Arial" panose="020B0604020202020204" pitchFamily="34" charset="0"/>
              <a:buChar char="•"/>
            </a:pPr>
            <a:r>
              <a:rPr lang="en-US" dirty="0"/>
              <a:t>Table names</a:t>
            </a:r>
            <a:endParaRPr lang="en-US" dirty="0"/>
          </a:p>
          <a:p>
            <a:pPr marL="171450" indent="-171450">
              <a:buFont typeface="Arial" panose="020B0604020202020204" pitchFamily="34" charset="0"/>
              <a:buChar char="•"/>
            </a:pPr>
            <a:r>
              <a:rPr lang="en-US" dirty="0"/>
              <a:t>Data formats</a:t>
            </a:r>
            <a:endParaRPr lang="en-US" dirty="0"/>
          </a:p>
          <a:p>
            <a:pPr marL="171450" indent="-171450">
              <a:buFont typeface="Arial" panose="020B0604020202020204" pitchFamily="34" charset="0"/>
              <a:buChar char="•"/>
            </a:pPr>
            <a:r>
              <a:rPr lang="en-US" dirty="0"/>
              <a:t>Devices used</a:t>
            </a:r>
            <a:endParaRPr lang="en-US" dirty="0"/>
          </a:p>
          <a:p>
            <a:pPr marL="171450" indent="-171450">
              <a:buFont typeface="Arial" panose="020B0604020202020204" pitchFamily="34" charset="0"/>
              <a:buChar char="•"/>
            </a:pPr>
            <a:r>
              <a:rPr lang="en-US" dirty="0"/>
              <a:t>Screens and forms</a:t>
            </a:r>
            <a:endParaRPr lang="en-US" dirty="0"/>
          </a:p>
          <a:p>
            <a:pPr lvl="0">
              <a:spcBef>
                <a:spcPts val="0"/>
              </a:spcBef>
              <a:buNone/>
            </a:pPr>
            <a:endParaRPr lang="en-PH" dirty="0"/>
          </a:p>
          <a:p>
            <a:pPr lvl="0">
              <a:spcBef>
                <a:spcPts val="0"/>
              </a:spcBef>
              <a:buNone/>
            </a:pPr>
            <a:endParaRPr lang="en-PH" dirty="0"/>
          </a:p>
          <a:p>
            <a:pPr lvl="0">
              <a:spcBef>
                <a:spcPts val="0"/>
              </a:spcBef>
              <a:buNone/>
            </a:pPr>
            <a:endParaRPr lang="en-PH" dirty="0"/>
          </a:p>
          <a:p>
            <a:pPr marL="0" marR="0" lvl="0" indent="0" algn="l" defTabSz="914400" rtl="0" eaLnBrk="1" fontAlgn="auto" latinLnBrk="0" hangingPunct="1">
              <a:lnSpc>
                <a:spcPct val="100000"/>
              </a:lnSpc>
              <a:spcBef>
                <a:spcPts val="0"/>
              </a:spcBef>
              <a:spcAft>
                <a:spcPts val="0"/>
              </a:spcAft>
              <a:buClrTx/>
              <a:buSzTx/>
              <a:buFontTx/>
              <a:buNone/>
              <a:defRPr/>
            </a:pPr>
            <a:r>
              <a:rPr lang="en-US" b="1" dirty="0"/>
              <a:t>A </a:t>
            </a:r>
            <a:r>
              <a:rPr lang="en-US" b="1" u="sng" dirty="0"/>
              <a:t>Data Flow Diagram (DFD)</a:t>
            </a:r>
            <a:r>
              <a:rPr lang="en-US" b="1" dirty="0"/>
              <a:t> is a logical model because it shows what the system does and how data moves, without showing how the system will be built.</a:t>
            </a:r>
            <a:endParaRPr lang="en-US" dirty="0"/>
          </a:p>
          <a:p>
            <a:pPr lvl="0">
              <a:spcBef>
                <a:spcPts val="0"/>
              </a:spcBef>
              <a:buNone/>
            </a:pPr>
            <a:endParaRPr dirty="0"/>
          </a:p>
        </p:txBody>
      </p:sp>
      <p:sp>
        <p:nvSpPr>
          <p:cNvPr id="66" name="Shape 66"/>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
        <p:cNvGrpSpPr/>
        <p:nvPr/>
      </p:nvGrpSpPr>
      <p:grpSpPr>
        <a:xfrm>
          <a:off x="0" y="0"/>
          <a:ext cx="0" cy="0"/>
          <a:chOff x="0" y="0"/>
          <a:chExt cx="0" cy="0"/>
        </a:xfrm>
      </p:grpSpPr>
      <p:sp>
        <p:nvSpPr>
          <p:cNvPr id="73" name="Shape 73"/>
          <p:cNvSpPr txBox="1">
            <a:spLocks noGrp="1"/>
          </p:cNvSpPr>
          <p:nvPr>
            <p:ph type="sldNum" idx="12"/>
          </p:nvPr>
        </p:nvSpPr>
        <p:spPr>
          <a:xfrm>
            <a:off x="3971925" y="8831261"/>
            <a:ext cx="3038475" cy="465137"/>
          </a:xfrm>
          <a:prstGeom prst="rect">
            <a:avLst/>
          </a:prstGeom>
          <a:noFill/>
          <a:ln>
            <a:noFill/>
          </a:ln>
        </p:spPr>
        <p:txBody>
          <a:bodyPr lIns="93175" tIns="46575" rIns="93175" bIns="46575" anchor="b" anchorCtr="0">
            <a:noAutofit/>
          </a:bodyPr>
          <a:lstStyle/>
          <a:p>
            <a:pPr marL="0" marR="0" lvl="0" indent="0" algn="r" rtl="0">
              <a:spcBef>
                <a:spcPts val="0"/>
              </a:spcBef>
              <a:buSzPct val="25000"/>
              <a:buNone/>
            </a:pPr>
            <a:r>
              <a:rPr lang="en-US"/>
              <a:t> </a:t>
            </a:r>
            <a:endParaRPr lang="en-US"/>
          </a:p>
        </p:txBody>
      </p:sp>
      <p:sp>
        <p:nvSpPr>
          <p:cNvPr id="74" name="Shape 74"/>
          <p:cNvSpPr>
            <a:spLocks noGrp="1" noRot="1" noChangeAspect="1"/>
          </p:cNvSpPr>
          <p:nvPr>
            <p:ph type="sldImg" idx="2"/>
          </p:nvPr>
        </p:nvSpPr>
        <p:spPr>
          <a:xfrm>
            <a:off x="1182687" y="698500"/>
            <a:ext cx="4645024" cy="3482975"/>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a:headEnd type="none" w="med" len="med"/>
            <a:tailEnd type="none" w="med" len="med"/>
          </a:ln>
        </p:spPr>
      </p:sp>
      <p:sp>
        <p:nvSpPr>
          <p:cNvPr id="75" name="Shape 75"/>
          <p:cNvSpPr txBox="1">
            <a:spLocks noGrp="1"/>
          </p:cNvSpPr>
          <p:nvPr>
            <p:ph type="body" idx="1"/>
          </p:nvPr>
        </p:nvSpPr>
        <p:spPr>
          <a:xfrm>
            <a:off x="935037" y="4416425"/>
            <a:ext cx="5140324" cy="4183061"/>
          </a:xfrm>
          <a:prstGeom prst="rect">
            <a:avLst/>
          </a:prstGeom>
          <a:noFill/>
          <a:ln>
            <a:noFill/>
          </a:ln>
        </p:spPr>
        <p:txBody>
          <a:bodyPr lIns="93800" tIns="46900" rIns="93800" bIns="46900" anchor="t" anchorCtr="0">
            <a:noAutofit/>
          </a:bodyPr>
          <a:lstStyle/>
          <a:p>
            <a:pPr lvl="0">
              <a:spcBef>
                <a:spcPts val="0"/>
              </a:spcBef>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Shape 79"/>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80" name="Shape 80"/>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Shape 88"/>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89" name="Shape 89"/>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
        <p:cNvGrpSpPr/>
        <p:nvPr/>
      </p:nvGrpSpPr>
      <p:grpSpPr>
        <a:xfrm>
          <a:off x="0" y="0"/>
          <a:ext cx="0" cy="0"/>
          <a:chOff x="0" y="0"/>
          <a:chExt cx="0" cy="0"/>
        </a:xfrm>
      </p:grpSpPr>
      <p:sp>
        <p:nvSpPr>
          <p:cNvPr id="96" name="Shape 96"/>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97" name="Shape 97"/>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05" name="Shape 105"/>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Shape 124"/>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25" name="Shape 125"/>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Shape 132"/>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33" name="Shape 133"/>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9"/>
        <p:cNvGrpSpPr/>
        <p:nvPr/>
      </p:nvGrpSpPr>
      <p:grpSpPr>
        <a:xfrm>
          <a:off x="0" y="0"/>
          <a:ext cx="0" cy="0"/>
          <a:chOff x="0" y="0"/>
          <a:chExt cx="0" cy="0"/>
        </a:xfrm>
      </p:grpSpPr>
      <p:sp>
        <p:nvSpPr>
          <p:cNvPr id="140" name="Shape 140"/>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41" name="Shape 141"/>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9"/>
        <p:cNvGrpSpPr/>
        <p:nvPr/>
      </p:nvGrpSpPr>
      <p:grpSpPr>
        <a:xfrm>
          <a:off x="0" y="0"/>
          <a:ext cx="0" cy="0"/>
          <a:chOff x="0" y="0"/>
          <a:chExt cx="0" cy="0"/>
        </a:xfrm>
      </p:grpSpPr>
      <p:sp>
        <p:nvSpPr>
          <p:cNvPr id="160" name="Shape 160"/>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61" name="Shape 161"/>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7"/>
        <p:cNvGrpSpPr/>
        <p:nvPr/>
      </p:nvGrpSpPr>
      <p:grpSpPr>
        <a:xfrm>
          <a:off x="0" y="0"/>
          <a:ext cx="0" cy="0"/>
          <a:chOff x="0" y="0"/>
          <a:chExt cx="0" cy="0"/>
        </a:xfrm>
      </p:grpSpPr>
      <p:sp>
        <p:nvSpPr>
          <p:cNvPr id="168" name="Shape 168"/>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69" name="Shape 169"/>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77" name="Shape 177"/>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3"/>
        <p:cNvGrpSpPr/>
        <p:nvPr/>
      </p:nvGrpSpPr>
      <p:grpSpPr>
        <a:xfrm>
          <a:off x="0" y="0"/>
          <a:ext cx="0" cy="0"/>
          <a:chOff x="0" y="0"/>
          <a:chExt cx="0" cy="0"/>
        </a:xfrm>
      </p:grpSpPr>
      <p:sp>
        <p:nvSpPr>
          <p:cNvPr id="184" name="Shape 184"/>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85" name="Shape 185"/>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1"/>
        <p:cNvGrpSpPr/>
        <p:nvPr/>
      </p:nvGrpSpPr>
      <p:grpSpPr>
        <a:xfrm>
          <a:off x="0" y="0"/>
          <a:ext cx="0" cy="0"/>
          <a:chOff x="0" y="0"/>
          <a:chExt cx="0" cy="0"/>
        </a:xfrm>
      </p:grpSpPr>
      <p:sp>
        <p:nvSpPr>
          <p:cNvPr id="192" name="Shape 192"/>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193" name="Shape 193"/>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01" name="Shape 201"/>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7"/>
        <p:cNvGrpSpPr/>
        <p:nvPr/>
      </p:nvGrpSpPr>
      <p:grpSpPr>
        <a:xfrm>
          <a:off x="0" y="0"/>
          <a:ext cx="0" cy="0"/>
          <a:chOff x="0" y="0"/>
          <a:chExt cx="0" cy="0"/>
        </a:xfrm>
      </p:grpSpPr>
      <p:sp>
        <p:nvSpPr>
          <p:cNvPr id="208" name="Shape 208"/>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09" name="Shape 209"/>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
        <p:cNvGrpSpPr/>
        <p:nvPr/>
      </p:nvGrpSpPr>
      <p:grpSpPr>
        <a:xfrm>
          <a:off x="0" y="0"/>
          <a:ext cx="0" cy="0"/>
          <a:chOff x="0" y="0"/>
          <a:chExt cx="0" cy="0"/>
        </a:xfrm>
      </p:grpSpPr>
      <p:sp>
        <p:nvSpPr>
          <p:cNvPr id="216" name="Shape 216"/>
          <p:cNvSpPr txBox="1">
            <a:spLocks noGrp="1"/>
          </p:cNvSpPr>
          <p:nvPr>
            <p:ph type="sldNum" idx="12"/>
          </p:nvPr>
        </p:nvSpPr>
        <p:spPr>
          <a:xfrm>
            <a:off x="3971925" y="8831261"/>
            <a:ext cx="3038475" cy="465137"/>
          </a:xfrm>
          <a:prstGeom prst="rect">
            <a:avLst/>
          </a:prstGeom>
          <a:noFill/>
          <a:ln>
            <a:noFill/>
          </a:ln>
        </p:spPr>
        <p:txBody>
          <a:bodyPr lIns="93175" tIns="46575" rIns="93175" bIns="46575" anchor="b" anchorCtr="0">
            <a:noAutofit/>
          </a:bodyPr>
          <a:lstStyle/>
          <a:p>
            <a:pPr marL="0" marR="0" lvl="0" indent="0" algn="r" rtl="0">
              <a:spcBef>
                <a:spcPts val="0"/>
              </a:spcBef>
              <a:buSzPct val="25000"/>
              <a:buNone/>
            </a:pPr>
            <a:r>
              <a:rPr lang="en-US"/>
              <a:t> </a:t>
            </a:r>
            <a:endParaRPr lang="en-US"/>
          </a:p>
        </p:txBody>
      </p:sp>
      <p:sp>
        <p:nvSpPr>
          <p:cNvPr id="217" name="Shape 217"/>
          <p:cNvSpPr>
            <a:spLocks noGrp="1" noRot="1" noChangeAspect="1"/>
          </p:cNvSpPr>
          <p:nvPr>
            <p:ph type="sldImg" idx="2"/>
          </p:nvPr>
        </p:nvSpPr>
        <p:spPr>
          <a:xfrm>
            <a:off x="1182687" y="698500"/>
            <a:ext cx="4645024" cy="3482975"/>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a:headEnd type="none" w="med" len="med"/>
            <a:tailEnd type="none" w="med" len="med"/>
          </a:ln>
        </p:spPr>
      </p:sp>
      <p:sp>
        <p:nvSpPr>
          <p:cNvPr id="218" name="Shape 218"/>
          <p:cNvSpPr txBox="1">
            <a:spLocks noGrp="1"/>
          </p:cNvSpPr>
          <p:nvPr>
            <p:ph type="body" idx="1"/>
          </p:nvPr>
        </p:nvSpPr>
        <p:spPr>
          <a:xfrm>
            <a:off x="935037" y="4416425"/>
            <a:ext cx="5140324" cy="4183061"/>
          </a:xfrm>
          <a:prstGeom prst="rect">
            <a:avLst/>
          </a:prstGeom>
          <a:noFill/>
          <a:ln>
            <a:noFill/>
          </a:ln>
        </p:spPr>
        <p:txBody>
          <a:bodyPr lIns="93800" tIns="46900" rIns="93800" bIns="46900" anchor="t" anchorCtr="0">
            <a:noAutofit/>
          </a:bodyPr>
          <a:lstStyle/>
          <a:p>
            <a:pPr lvl="0">
              <a:spcBef>
                <a:spcPts val="0"/>
              </a:spcBef>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1"/>
        <p:cNvGrpSpPr/>
        <p:nvPr/>
      </p:nvGrpSpPr>
      <p:grpSpPr>
        <a:xfrm>
          <a:off x="0" y="0"/>
          <a:ext cx="0" cy="0"/>
          <a:chOff x="0" y="0"/>
          <a:chExt cx="0" cy="0"/>
        </a:xfrm>
      </p:grpSpPr>
      <p:sp>
        <p:nvSpPr>
          <p:cNvPr id="222" name="Shape 222"/>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23" name="Shape 223"/>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9"/>
        <p:cNvGrpSpPr/>
        <p:nvPr/>
      </p:nvGrpSpPr>
      <p:grpSpPr>
        <a:xfrm>
          <a:off x="0" y="0"/>
          <a:ext cx="0" cy="0"/>
          <a:chOff x="0" y="0"/>
          <a:chExt cx="0" cy="0"/>
        </a:xfrm>
      </p:grpSpPr>
      <p:sp>
        <p:nvSpPr>
          <p:cNvPr id="230" name="Shape 230"/>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31" name="Shape 231"/>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7"/>
        <p:cNvGrpSpPr/>
        <p:nvPr/>
      </p:nvGrpSpPr>
      <p:grpSpPr>
        <a:xfrm>
          <a:off x="0" y="0"/>
          <a:ext cx="0" cy="0"/>
          <a:chOff x="0" y="0"/>
          <a:chExt cx="0" cy="0"/>
        </a:xfrm>
      </p:grpSpPr>
      <p:sp>
        <p:nvSpPr>
          <p:cNvPr id="238" name="Shape 238"/>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39" name="Shape 239"/>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5"/>
        <p:cNvGrpSpPr/>
        <p:nvPr/>
      </p:nvGrpSpPr>
      <p:grpSpPr>
        <a:xfrm>
          <a:off x="0" y="0"/>
          <a:ext cx="0" cy="0"/>
          <a:chOff x="0" y="0"/>
          <a:chExt cx="0" cy="0"/>
        </a:xfrm>
      </p:grpSpPr>
      <p:sp>
        <p:nvSpPr>
          <p:cNvPr id="246" name="Shape 246"/>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47" name="Shape 247"/>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4"/>
        <p:cNvGrpSpPr/>
        <p:nvPr/>
      </p:nvGrpSpPr>
      <p:grpSpPr>
        <a:xfrm>
          <a:off x="0" y="0"/>
          <a:ext cx="0" cy="0"/>
          <a:chOff x="0" y="0"/>
          <a:chExt cx="0" cy="0"/>
        </a:xfrm>
      </p:grpSpPr>
      <p:sp>
        <p:nvSpPr>
          <p:cNvPr id="255" name="Shape 255"/>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56" name="Shape 256"/>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2"/>
        <p:cNvGrpSpPr/>
        <p:nvPr/>
      </p:nvGrpSpPr>
      <p:grpSpPr>
        <a:xfrm>
          <a:off x="0" y="0"/>
          <a:ext cx="0" cy="0"/>
          <a:chOff x="0" y="0"/>
          <a:chExt cx="0" cy="0"/>
        </a:xfrm>
      </p:grpSpPr>
      <p:sp>
        <p:nvSpPr>
          <p:cNvPr id="263" name="Shape 263"/>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64" name="Shape 264"/>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0"/>
        <p:cNvGrpSpPr/>
        <p:nvPr/>
      </p:nvGrpSpPr>
      <p:grpSpPr>
        <a:xfrm>
          <a:off x="0" y="0"/>
          <a:ext cx="0" cy="0"/>
          <a:chOff x="0" y="0"/>
          <a:chExt cx="0" cy="0"/>
        </a:xfrm>
      </p:grpSpPr>
      <p:sp>
        <p:nvSpPr>
          <p:cNvPr id="271" name="Shape 271"/>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72" name="Shape 272"/>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9"/>
        <p:cNvGrpSpPr/>
        <p:nvPr/>
      </p:nvGrpSpPr>
      <p:grpSpPr>
        <a:xfrm>
          <a:off x="0" y="0"/>
          <a:ext cx="0" cy="0"/>
          <a:chOff x="0" y="0"/>
          <a:chExt cx="0" cy="0"/>
        </a:xfrm>
      </p:grpSpPr>
      <p:sp>
        <p:nvSpPr>
          <p:cNvPr id="280" name="Shape 280"/>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81" name="Shape 281"/>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7"/>
        <p:cNvGrpSpPr/>
        <p:nvPr/>
      </p:nvGrpSpPr>
      <p:grpSpPr>
        <a:xfrm>
          <a:off x="0" y="0"/>
          <a:ext cx="0" cy="0"/>
          <a:chOff x="0" y="0"/>
          <a:chExt cx="0" cy="0"/>
        </a:xfrm>
      </p:grpSpPr>
      <p:sp>
        <p:nvSpPr>
          <p:cNvPr id="288" name="Shape 288"/>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89" name="Shape 289"/>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6"/>
        <p:cNvGrpSpPr/>
        <p:nvPr/>
      </p:nvGrpSpPr>
      <p:grpSpPr>
        <a:xfrm>
          <a:off x="0" y="0"/>
          <a:ext cx="0" cy="0"/>
          <a:chOff x="0" y="0"/>
          <a:chExt cx="0" cy="0"/>
        </a:xfrm>
      </p:grpSpPr>
      <p:sp>
        <p:nvSpPr>
          <p:cNvPr id="297" name="Shape 297"/>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298" name="Shape 298"/>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4"/>
        <p:cNvGrpSpPr/>
        <p:nvPr/>
      </p:nvGrpSpPr>
      <p:grpSpPr>
        <a:xfrm>
          <a:off x="0" y="0"/>
          <a:ext cx="0" cy="0"/>
          <a:chOff x="0" y="0"/>
          <a:chExt cx="0" cy="0"/>
        </a:xfrm>
      </p:grpSpPr>
      <p:sp>
        <p:nvSpPr>
          <p:cNvPr id="305" name="Shape 305"/>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06" name="Shape 306"/>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2"/>
        <p:cNvGrpSpPr/>
        <p:nvPr/>
      </p:nvGrpSpPr>
      <p:grpSpPr>
        <a:xfrm>
          <a:off x="0" y="0"/>
          <a:ext cx="0" cy="0"/>
          <a:chOff x="0" y="0"/>
          <a:chExt cx="0" cy="0"/>
        </a:xfrm>
      </p:grpSpPr>
      <p:sp>
        <p:nvSpPr>
          <p:cNvPr id="313" name="Shape 313"/>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r>
              <a:rPr lang="en-US" b="1" dirty="0"/>
              <a:t>Example: Level 0 DFD for a Library System</a:t>
            </a:r>
            <a:endParaRPr lang="en-US" b="1" dirty="0"/>
          </a:p>
          <a:p>
            <a:pPr marL="228600" indent="-228600">
              <a:buFont typeface="+mj-lt"/>
              <a:buAutoNum type="arabicPeriod"/>
            </a:pPr>
            <a:r>
              <a:rPr lang="en-US" dirty="0"/>
              <a:t>Borrow Book</a:t>
            </a:r>
            <a:endParaRPr lang="en-US" dirty="0"/>
          </a:p>
          <a:p>
            <a:pPr marL="228600" indent="-228600">
              <a:buFont typeface="+mj-lt"/>
              <a:buAutoNum type="arabicPeriod"/>
            </a:pPr>
            <a:r>
              <a:rPr lang="en-US" dirty="0"/>
              <a:t>Return Book</a:t>
            </a:r>
            <a:endParaRPr lang="en-US" dirty="0"/>
          </a:p>
          <a:p>
            <a:pPr marL="228600" indent="-228600">
              <a:buFont typeface="+mj-lt"/>
              <a:buAutoNum type="arabicPeriod"/>
            </a:pPr>
            <a:r>
              <a:rPr lang="en-US" dirty="0"/>
              <a:t>Search Catalog</a:t>
            </a:r>
            <a:endParaRPr lang="en-US" dirty="0"/>
          </a:p>
          <a:p>
            <a:pPr marL="228600" indent="-228600">
              <a:buFont typeface="+mj-lt"/>
              <a:buAutoNum type="arabicPeriod"/>
            </a:pPr>
            <a:r>
              <a:rPr lang="en-US" dirty="0"/>
              <a:t>Manage Inventory</a:t>
            </a:r>
            <a:endParaRPr lang="en-US" dirty="0"/>
          </a:p>
          <a:p>
            <a:pPr marL="228600" indent="-228600">
              <a:buFont typeface="+mj-lt"/>
              <a:buAutoNum type="arabicPeriod"/>
            </a:pPr>
            <a:r>
              <a:rPr lang="en-US" dirty="0"/>
              <a:t>Update Borrower Records</a:t>
            </a:r>
            <a:endParaRPr lang="en-US" dirty="0"/>
          </a:p>
          <a:p>
            <a:endParaRPr lang="en-US" b="1" dirty="0"/>
          </a:p>
          <a:p>
            <a:endParaRPr lang="en-US" b="1" dirty="0"/>
          </a:p>
          <a:p>
            <a:r>
              <a:rPr lang="en-US" b="1" dirty="0"/>
              <a:t>Level 1 of “Borrow Book”</a:t>
            </a:r>
            <a:endParaRPr lang="en-US" b="1" dirty="0"/>
          </a:p>
          <a:p>
            <a:pPr marL="228600" indent="-228600">
              <a:buFont typeface="+mj-lt"/>
              <a:buAutoNum type="arabicPeriod"/>
            </a:pPr>
            <a:r>
              <a:rPr lang="en-US" dirty="0"/>
              <a:t>Check Book Availability</a:t>
            </a:r>
            <a:endParaRPr lang="en-US" dirty="0"/>
          </a:p>
          <a:p>
            <a:pPr marL="228600" indent="-228600">
              <a:buFont typeface="+mj-lt"/>
              <a:buAutoNum type="arabicPeriod"/>
            </a:pPr>
            <a:r>
              <a:rPr lang="en-US" dirty="0"/>
              <a:t>Verify Borrower Account</a:t>
            </a:r>
            <a:endParaRPr lang="en-US" dirty="0"/>
          </a:p>
          <a:p>
            <a:pPr marL="228600" indent="-228600">
              <a:buFont typeface="+mj-lt"/>
              <a:buAutoNum type="arabicPeriod"/>
            </a:pPr>
            <a:r>
              <a:rPr lang="en-US" dirty="0"/>
              <a:t>Record Borrow Transaction</a:t>
            </a:r>
            <a:endParaRPr lang="en-US" dirty="0"/>
          </a:p>
          <a:p>
            <a:pPr marL="228600" indent="-228600">
              <a:buFont typeface="+mj-lt"/>
              <a:buAutoNum type="arabicPeriod"/>
            </a:pPr>
            <a:r>
              <a:rPr lang="en-US" dirty="0"/>
              <a:t>Update Inventory</a:t>
            </a:r>
            <a:endParaRPr lang="en-US" dirty="0"/>
          </a:p>
          <a:p>
            <a:pPr marL="228600" indent="-228600">
              <a:buFont typeface="+mj-lt"/>
              <a:buAutoNum type="arabicPeriod"/>
            </a:pPr>
            <a:r>
              <a:rPr lang="en-US" dirty="0"/>
              <a:t>Generate Borrow Receipt</a:t>
            </a:r>
            <a:endParaRPr lang="en-US" dirty="0"/>
          </a:p>
          <a:p>
            <a:endParaRPr lang="en-US" b="1" dirty="0"/>
          </a:p>
        </p:txBody>
      </p:sp>
      <p:sp>
        <p:nvSpPr>
          <p:cNvPr id="314" name="Shape 314"/>
          <p:cNvSpPr>
            <a:spLocks noGrp="1" noRot="1" noChangeAspect="1"/>
          </p:cNvSpPr>
          <p:nvPr>
            <p:ph type="sldImg" idx="2"/>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24" name="Shape 324"/>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0"/>
        <p:cNvGrpSpPr/>
        <p:nvPr/>
      </p:nvGrpSpPr>
      <p:grpSpPr>
        <a:xfrm>
          <a:off x="0" y="0"/>
          <a:ext cx="0" cy="0"/>
          <a:chOff x="0" y="0"/>
          <a:chExt cx="0" cy="0"/>
        </a:xfrm>
      </p:grpSpPr>
      <p:sp>
        <p:nvSpPr>
          <p:cNvPr id="331" name="Shape 331"/>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32" name="Shape 332"/>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8"/>
        <p:cNvGrpSpPr/>
        <p:nvPr/>
      </p:nvGrpSpPr>
      <p:grpSpPr>
        <a:xfrm>
          <a:off x="0" y="0"/>
          <a:ext cx="0" cy="0"/>
          <a:chOff x="0" y="0"/>
          <a:chExt cx="0" cy="0"/>
        </a:xfrm>
      </p:grpSpPr>
      <p:sp>
        <p:nvSpPr>
          <p:cNvPr id="339" name="Shape 339"/>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40" name="Shape 340"/>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6"/>
        <p:cNvGrpSpPr/>
        <p:nvPr/>
      </p:nvGrpSpPr>
      <p:grpSpPr>
        <a:xfrm>
          <a:off x="0" y="0"/>
          <a:ext cx="0" cy="0"/>
          <a:chOff x="0" y="0"/>
          <a:chExt cx="0" cy="0"/>
        </a:xfrm>
      </p:grpSpPr>
      <p:sp>
        <p:nvSpPr>
          <p:cNvPr id="347" name="Shape 347"/>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48" name="Shape 348"/>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3"/>
        <p:cNvGrpSpPr/>
        <p:nvPr/>
      </p:nvGrpSpPr>
      <p:grpSpPr>
        <a:xfrm>
          <a:off x="0" y="0"/>
          <a:ext cx="0" cy="0"/>
          <a:chOff x="0" y="0"/>
          <a:chExt cx="0" cy="0"/>
        </a:xfrm>
      </p:grpSpPr>
      <p:sp>
        <p:nvSpPr>
          <p:cNvPr id="354" name="Shape 354"/>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55" name="Shape 355"/>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1"/>
        <p:cNvGrpSpPr/>
        <p:nvPr/>
      </p:nvGrpSpPr>
      <p:grpSpPr>
        <a:xfrm>
          <a:off x="0" y="0"/>
          <a:ext cx="0" cy="0"/>
          <a:chOff x="0" y="0"/>
          <a:chExt cx="0" cy="0"/>
        </a:xfrm>
      </p:grpSpPr>
      <p:sp>
        <p:nvSpPr>
          <p:cNvPr id="362" name="Shape 362"/>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63" name="Shape 363"/>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9"/>
        <p:cNvGrpSpPr/>
        <p:nvPr/>
      </p:nvGrpSpPr>
      <p:grpSpPr>
        <a:xfrm>
          <a:off x="0" y="0"/>
          <a:ext cx="0" cy="0"/>
          <a:chOff x="0" y="0"/>
          <a:chExt cx="0" cy="0"/>
        </a:xfrm>
      </p:grpSpPr>
      <p:sp>
        <p:nvSpPr>
          <p:cNvPr id="370" name="Shape 370"/>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71" name="Shape 371"/>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7"/>
        <p:cNvGrpSpPr/>
        <p:nvPr/>
      </p:nvGrpSpPr>
      <p:grpSpPr>
        <a:xfrm>
          <a:off x="0" y="0"/>
          <a:ext cx="0" cy="0"/>
          <a:chOff x="0" y="0"/>
          <a:chExt cx="0" cy="0"/>
        </a:xfrm>
      </p:grpSpPr>
      <p:sp>
        <p:nvSpPr>
          <p:cNvPr id="378" name="Shape 378"/>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79" name="Shape 379"/>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5"/>
        <p:cNvGrpSpPr/>
        <p:nvPr/>
      </p:nvGrpSpPr>
      <p:grpSpPr>
        <a:xfrm>
          <a:off x="0" y="0"/>
          <a:ext cx="0" cy="0"/>
          <a:chOff x="0" y="0"/>
          <a:chExt cx="0" cy="0"/>
        </a:xfrm>
      </p:grpSpPr>
      <p:sp>
        <p:nvSpPr>
          <p:cNvPr id="386" name="Shape 386"/>
          <p:cNvSpPr txBox="1">
            <a:spLocks noGrp="1"/>
          </p:cNvSpPr>
          <p:nvPr>
            <p:ph type="sldNum" idx="12"/>
          </p:nvPr>
        </p:nvSpPr>
        <p:spPr>
          <a:xfrm>
            <a:off x="3971925" y="8831261"/>
            <a:ext cx="3038475" cy="465137"/>
          </a:xfrm>
          <a:prstGeom prst="rect">
            <a:avLst/>
          </a:prstGeom>
          <a:noFill/>
          <a:ln>
            <a:noFill/>
          </a:ln>
        </p:spPr>
        <p:txBody>
          <a:bodyPr lIns="93175" tIns="46575" rIns="93175" bIns="46575" anchor="b" anchorCtr="0">
            <a:noAutofit/>
          </a:bodyPr>
          <a:lstStyle/>
          <a:p>
            <a:pPr marL="0" marR="0" lvl="0" indent="0" algn="r" rtl="0">
              <a:spcBef>
                <a:spcPts val="0"/>
              </a:spcBef>
              <a:buSzPct val="25000"/>
              <a:buNone/>
            </a:pPr>
            <a:r>
              <a:rPr lang="en-US"/>
              <a:t> </a:t>
            </a:r>
            <a:endParaRPr lang="en-US"/>
          </a:p>
        </p:txBody>
      </p:sp>
      <p:sp>
        <p:nvSpPr>
          <p:cNvPr id="387" name="Shape 387"/>
          <p:cNvSpPr txBox="1">
            <a:spLocks noGrp="1"/>
          </p:cNvSpPr>
          <p:nvPr>
            <p:ph type="body" idx="1"/>
          </p:nvPr>
        </p:nvSpPr>
        <p:spPr>
          <a:xfrm>
            <a:off x="935037" y="4416425"/>
            <a:ext cx="5140324" cy="4183061"/>
          </a:xfrm>
          <a:prstGeom prst="rect">
            <a:avLst/>
          </a:prstGeom>
        </p:spPr>
        <p:txBody>
          <a:bodyPr lIns="91425" tIns="91425" rIns="91425" bIns="91425" anchor="ctr" anchorCtr="0">
            <a:noAutofit/>
          </a:bodyPr>
          <a:lstStyle/>
          <a:p>
            <a:pPr lvl="0">
              <a:spcBef>
                <a:spcPts val="0"/>
              </a:spcBef>
              <a:buNone/>
            </a:pPr>
          </a:p>
        </p:txBody>
      </p:sp>
      <p:sp>
        <p:nvSpPr>
          <p:cNvPr id="388" name="Shape 388"/>
          <p:cNvSpPr>
            <a:spLocks noGrp="1" noRot="1" noChangeAspect="1"/>
          </p:cNvSpPr>
          <p:nvPr>
            <p:ph type="sldImg" idx="2"/>
          </p:nvPr>
        </p:nvSpPr>
        <p:spPr>
          <a:xfrm>
            <a:off x="1181100" y="696912"/>
            <a:ext cx="4648199" cy="34861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lt1"/>
        </a:solidFill>
        <a:effectLst/>
      </p:bgPr>
    </p:bg>
    <p:spTree>
      <p:nvGrpSpPr>
        <p:cNvPr id="1" name="Shape 19"/>
        <p:cNvGrpSpPr/>
        <p:nvPr/>
      </p:nvGrpSpPr>
      <p:grpSpPr>
        <a:xfrm>
          <a:off x="0" y="0"/>
          <a:ext cx="0" cy="0"/>
          <a:chOff x="0" y="0"/>
          <a:chExt cx="0" cy="0"/>
        </a:xfrm>
      </p:grpSpPr>
      <p:grpSp>
        <p:nvGrpSpPr>
          <p:cNvPr id="20" name="Shape 20"/>
          <p:cNvGrpSpPr/>
          <p:nvPr/>
        </p:nvGrpSpPr>
        <p:grpSpPr>
          <a:xfrm>
            <a:off x="2349500" y="3098800"/>
            <a:ext cx="6045199" cy="3271836"/>
            <a:chOff x="2349500" y="3098800"/>
            <a:chExt cx="6045199" cy="3271836"/>
          </a:xfrm>
        </p:grpSpPr>
        <p:cxnSp>
          <p:nvCxnSpPr>
            <p:cNvPr id="21" name="Shape 21"/>
            <p:cNvCxnSpPr/>
            <p:nvPr/>
          </p:nvCxnSpPr>
          <p:spPr>
            <a:xfrm>
              <a:off x="2349500" y="5464175"/>
              <a:ext cx="6045199" cy="0"/>
            </a:xfrm>
            <a:prstGeom prst="straightConnector1">
              <a:avLst/>
            </a:prstGeom>
            <a:noFill/>
            <a:ln w="9525" cap="rnd" cmpd="sng">
              <a:solidFill>
                <a:schemeClr val="lt1"/>
              </a:solidFill>
              <a:prstDash val="solid"/>
              <a:miter/>
              <a:headEnd type="none" w="med" len="med"/>
              <a:tailEnd type="none" w="med" len="med"/>
            </a:ln>
          </p:spPr>
        </p:cxnSp>
        <p:cxnSp>
          <p:nvCxnSpPr>
            <p:cNvPr id="22" name="Shape 22"/>
            <p:cNvCxnSpPr/>
            <p:nvPr/>
          </p:nvCxnSpPr>
          <p:spPr>
            <a:xfrm>
              <a:off x="8210550" y="3098800"/>
              <a:ext cx="0" cy="3271836"/>
            </a:xfrm>
            <a:prstGeom prst="straightConnector1">
              <a:avLst/>
            </a:prstGeom>
            <a:noFill/>
            <a:ln w="9525" cap="rnd" cmpd="sng">
              <a:solidFill>
                <a:schemeClr val="lt1"/>
              </a:solidFill>
              <a:prstDash val="solid"/>
              <a:miter/>
              <a:headEnd type="none" w="med" len="med"/>
              <a:tailEnd type="none" w="med" len="med"/>
            </a:ln>
          </p:spPr>
        </p:cxnSp>
        <p:cxnSp>
          <p:nvCxnSpPr>
            <p:cNvPr id="23" name="Shape 23"/>
            <p:cNvCxnSpPr/>
            <p:nvPr/>
          </p:nvCxnSpPr>
          <p:spPr>
            <a:xfrm rot="5400000">
              <a:off x="8090693" y="5312567"/>
              <a:ext cx="247649" cy="249237"/>
            </a:xfrm>
            <a:prstGeom prst="straightConnector1">
              <a:avLst/>
            </a:prstGeom>
            <a:noFill/>
            <a:ln w="9525" cap="rnd" cmpd="sng">
              <a:solidFill>
                <a:schemeClr val="lt1"/>
              </a:solidFill>
              <a:prstDash val="solid"/>
              <a:miter/>
              <a:headEnd type="none" w="med" len="med"/>
              <a:tailEnd type="none" w="med" len="med"/>
            </a:ln>
          </p:spPr>
        </p:cxnSp>
      </p:grpSp>
      <p:sp>
        <p:nvSpPr>
          <p:cNvPr id="24" name="Shape 24"/>
          <p:cNvSpPr txBox="1">
            <a:spLocks noGrp="1"/>
          </p:cNvSpPr>
          <p:nvPr>
            <p:ph type="ctrTitle"/>
          </p:nvPr>
        </p:nvSpPr>
        <p:spPr>
          <a:xfrm>
            <a:off x="990600" y="1600200"/>
            <a:ext cx="7467600" cy="12954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defRPr/>
            </a:lvl1pPr>
            <a:lvl2pPr marL="0" marR="0" lvl="1" indent="0" algn="l" rtl="0">
              <a:lnSpc>
                <a:spcPct val="100000"/>
              </a:lnSpc>
              <a:spcBef>
                <a:spcPts val="0"/>
              </a:spcBef>
              <a:spcAft>
                <a:spcPts val="0"/>
              </a:spcAft>
              <a:defRPr/>
            </a:lvl2pPr>
            <a:lvl3pPr marL="0" marR="0" lvl="2" indent="0" algn="l" rtl="0">
              <a:lnSpc>
                <a:spcPct val="100000"/>
              </a:lnSpc>
              <a:spcBef>
                <a:spcPts val="0"/>
              </a:spcBef>
              <a:spcAft>
                <a:spcPts val="0"/>
              </a:spcAft>
              <a:defRPr/>
            </a:lvl3pPr>
            <a:lvl4pPr marL="0" marR="0" lvl="3" indent="0" algn="l" rtl="0">
              <a:lnSpc>
                <a:spcPct val="100000"/>
              </a:lnSpc>
              <a:spcBef>
                <a:spcPts val="0"/>
              </a:spcBef>
              <a:spcAft>
                <a:spcPts val="0"/>
              </a:spcAft>
              <a:defRPr/>
            </a:lvl4pPr>
            <a:lvl5pPr marL="0" marR="0" lvl="4" indent="0" algn="l" rtl="0">
              <a:lnSpc>
                <a:spcPct val="100000"/>
              </a:lnSpc>
              <a:spcBef>
                <a:spcPts val="0"/>
              </a:spcBef>
              <a:spcAft>
                <a:spcPts val="0"/>
              </a:spcAft>
              <a:defRPr/>
            </a:lvl5pPr>
            <a:lvl6pPr marL="0" marR="0" lvl="5" indent="0" algn="l" rtl="0">
              <a:lnSpc>
                <a:spcPct val="100000"/>
              </a:lnSpc>
              <a:spcBef>
                <a:spcPts val="0"/>
              </a:spcBef>
              <a:spcAft>
                <a:spcPts val="0"/>
              </a:spcAft>
              <a:defRPr/>
            </a:lvl6pPr>
            <a:lvl7pPr marL="0" marR="0" lvl="6" indent="0" algn="l" rtl="0">
              <a:lnSpc>
                <a:spcPct val="100000"/>
              </a:lnSpc>
              <a:spcBef>
                <a:spcPts val="0"/>
              </a:spcBef>
              <a:spcAft>
                <a:spcPts val="0"/>
              </a:spcAft>
              <a:defRPr/>
            </a:lvl7pPr>
            <a:lvl8pPr marL="0" marR="0" lvl="7" indent="0" algn="l" rtl="0">
              <a:lnSpc>
                <a:spcPct val="100000"/>
              </a:lnSpc>
              <a:spcBef>
                <a:spcPts val="0"/>
              </a:spcBef>
              <a:spcAft>
                <a:spcPts val="0"/>
              </a:spcAft>
              <a:defRPr/>
            </a:lvl8pPr>
            <a:lvl9pPr marL="0" marR="0" lvl="8" indent="0" algn="l" rtl="0">
              <a:lnSpc>
                <a:spcPct val="100000"/>
              </a:lnSpc>
              <a:spcBef>
                <a:spcPts val="0"/>
              </a:spcBef>
              <a:spcAft>
                <a:spcPts val="0"/>
              </a:spcAft>
              <a:defRPr/>
            </a:lvl9pPr>
          </a:lstStyle>
          <a:p/>
        </p:txBody>
      </p:sp>
      <p:sp>
        <p:nvSpPr>
          <p:cNvPr id="25" name="Shape 25"/>
          <p:cNvSpPr txBox="1">
            <a:spLocks noGrp="1"/>
          </p:cNvSpPr>
          <p:nvPr>
            <p:ph type="subTitle" idx="1"/>
          </p:nvPr>
        </p:nvSpPr>
        <p:spPr>
          <a:xfrm>
            <a:off x="990600" y="3200400"/>
            <a:ext cx="7239000" cy="2286000"/>
          </a:xfrm>
          <a:prstGeom prst="rect">
            <a:avLst/>
          </a:prstGeom>
          <a:noFill/>
          <a:ln>
            <a:noFill/>
          </a:ln>
        </p:spPr>
        <p:txBody>
          <a:bodyPr lIns="91425" tIns="91425" rIns="91425" bIns="91425" anchor="t" anchorCtr="0"/>
          <a:lstStyle>
            <a:lvl1pPr marL="342900" marR="0" lvl="0" indent="-114300" algn="l" rtl="0">
              <a:lnSpc>
                <a:spcPct val="100000"/>
              </a:lnSpc>
              <a:spcBef>
                <a:spcPts val="720"/>
              </a:spcBef>
              <a:spcAft>
                <a:spcPts val="0"/>
              </a:spcAft>
              <a:buClr>
                <a:srgbClr val="333399"/>
              </a:buClr>
              <a:buFont typeface="Arimo"/>
              <a:buChar char="•"/>
              <a:defRPr/>
            </a:lvl1pPr>
            <a:lvl2pPr marL="742950" marR="0" lvl="1" indent="-82550" algn="l" rtl="0">
              <a:lnSpc>
                <a:spcPct val="100000"/>
              </a:lnSpc>
              <a:spcBef>
                <a:spcPts val="640"/>
              </a:spcBef>
              <a:spcAft>
                <a:spcPts val="0"/>
              </a:spcAft>
              <a:buClr>
                <a:srgbClr val="333399"/>
              </a:buClr>
              <a:buFont typeface="Arimo"/>
              <a:buChar char="•"/>
              <a:defRPr/>
            </a:lvl2pPr>
            <a:lvl3pPr marL="1143000" marR="0" lvl="2" indent="-50800" algn="l" rtl="0">
              <a:lnSpc>
                <a:spcPct val="100000"/>
              </a:lnSpc>
              <a:spcBef>
                <a:spcPts val="560"/>
              </a:spcBef>
              <a:spcAft>
                <a:spcPts val="0"/>
              </a:spcAft>
              <a:buClr>
                <a:srgbClr val="333399"/>
              </a:buClr>
              <a:buFont typeface="Arimo"/>
              <a:buChar char="•"/>
              <a:defRPr/>
            </a:lvl3pPr>
            <a:lvl4pPr marL="1600200" marR="0" lvl="3" indent="-76200" algn="l" rtl="0">
              <a:lnSpc>
                <a:spcPct val="100000"/>
              </a:lnSpc>
              <a:spcBef>
                <a:spcPts val="480"/>
              </a:spcBef>
              <a:spcAft>
                <a:spcPts val="0"/>
              </a:spcAft>
              <a:buClr>
                <a:srgbClr val="333399"/>
              </a:buClr>
              <a:buFont typeface="Arimo"/>
              <a:buChar char="•"/>
              <a:defRPr/>
            </a:lvl4pPr>
            <a:lvl5pPr marL="2057400" marR="0" lvl="4" indent="-101600" algn="l" rtl="0">
              <a:lnSpc>
                <a:spcPct val="100000"/>
              </a:lnSpc>
              <a:spcBef>
                <a:spcPts val="400"/>
              </a:spcBef>
              <a:spcAft>
                <a:spcPts val="0"/>
              </a:spcAft>
              <a:buClr>
                <a:srgbClr val="333399"/>
              </a:buClr>
              <a:buFont typeface="Arimo"/>
              <a:buChar char="•"/>
              <a:defRPr/>
            </a:lvl5pPr>
            <a:lvl6pPr marL="2514600" marR="0" lvl="5" indent="-101600" algn="l" rtl="0">
              <a:lnSpc>
                <a:spcPct val="100000"/>
              </a:lnSpc>
              <a:spcBef>
                <a:spcPts val="400"/>
              </a:spcBef>
              <a:spcAft>
                <a:spcPts val="0"/>
              </a:spcAft>
              <a:buClr>
                <a:srgbClr val="333399"/>
              </a:buClr>
              <a:buFont typeface="Arimo"/>
              <a:buChar char="•"/>
              <a:defRPr/>
            </a:lvl6pPr>
            <a:lvl7pPr marL="3429000" marR="0" lvl="6" indent="-101600" algn="l" rtl="0">
              <a:lnSpc>
                <a:spcPct val="100000"/>
              </a:lnSpc>
              <a:spcBef>
                <a:spcPts val="400"/>
              </a:spcBef>
              <a:spcAft>
                <a:spcPts val="0"/>
              </a:spcAft>
              <a:buClr>
                <a:srgbClr val="333399"/>
              </a:buClr>
              <a:buFont typeface="Arimo"/>
              <a:buChar char="•"/>
              <a:defRPr/>
            </a:lvl7pPr>
            <a:lvl8pPr marL="4800600" marR="0" lvl="7" indent="-101600" algn="l" rtl="0">
              <a:lnSpc>
                <a:spcPct val="100000"/>
              </a:lnSpc>
              <a:spcBef>
                <a:spcPts val="400"/>
              </a:spcBef>
              <a:spcAft>
                <a:spcPts val="0"/>
              </a:spcAft>
              <a:buClr>
                <a:srgbClr val="333399"/>
              </a:buClr>
              <a:buFont typeface="Arimo"/>
              <a:buChar char="•"/>
              <a:defRPr/>
            </a:lvl8pPr>
            <a:lvl9pPr marL="6629400" marR="0" lvl="8" indent="-101600" algn="l" rtl="0">
              <a:lnSpc>
                <a:spcPct val="100000"/>
              </a:lnSpc>
              <a:spcBef>
                <a:spcPts val="400"/>
              </a:spcBef>
              <a:spcAft>
                <a:spcPts val="0"/>
              </a:spcAft>
              <a:buClr>
                <a:srgbClr val="333399"/>
              </a:buClr>
              <a:buFont typeface="Arimo"/>
              <a:buChar char="•"/>
              <a:defRPr/>
            </a:lvl9pPr>
          </a:lstStyle>
          <a:p/>
        </p:txBody>
      </p:sp>
      <p:pic>
        <p:nvPicPr>
          <p:cNvPr id="26" name="Shape 26"/>
          <p:cNvPicPr preferRelativeResize="0"/>
          <p:nvPr/>
        </p:nvPicPr>
        <p:blipFill rotWithShape="1">
          <a:blip r:embed="rId2"/>
          <a:srcRect l="13482" t="5404" r="12358" b="13512"/>
          <a:stretch>
            <a:fillRect/>
          </a:stretch>
        </p:blipFill>
        <p:spPr>
          <a:xfrm>
            <a:off x="8420100" y="6045200"/>
            <a:ext cx="558799" cy="762000"/>
          </a:xfrm>
          <a:prstGeom prst="rect">
            <a:avLst/>
          </a:prstGeom>
          <a:solidFill>
            <a:schemeClr val="folHlink"/>
          </a:solidFill>
          <a:ln>
            <a:noFill/>
          </a:ln>
        </p:spPr>
      </p:pic>
      <p:sp>
        <p:nvSpPr>
          <p:cNvPr id="27" name="Shape 27"/>
          <p:cNvSpPr txBox="1">
            <a:spLocks noGrp="1"/>
          </p:cNvSpPr>
          <p:nvPr>
            <p:ph type="ftr" idx="11"/>
          </p:nvPr>
        </p:nvSpPr>
        <p:spPr>
          <a:xfrm>
            <a:off x="1371600" y="6248400"/>
            <a:ext cx="6705599" cy="457200"/>
          </a:xfrm>
          <a:prstGeom prst="rect">
            <a:avLst/>
          </a:prstGeom>
          <a:noFill/>
          <a:ln>
            <a:noFill/>
          </a:ln>
        </p:spPr>
        <p:txBody>
          <a:bodyPr lIns="91425" tIns="91425" rIns="91425" bIns="91425" anchor="b" anchorCtr="0"/>
          <a:lstStyle>
            <a:lvl1pPr marL="0" marR="0" lvl="0" indent="0" algn="r" rtl="0">
              <a:lnSpc>
                <a:spcPct val="100000"/>
              </a:lnSpc>
              <a:spcBef>
                <a:spcPts val="0"/>
              </a:spcBef>
              <a:spcAft>
                <a:spcPts val="0"/>
              </a:spcAft>
              <a:defRPr/>
            </a:lvl1pPr>
            <a:lvl2pPr marL="457200" marR="0" lvl="1" indent="0" algn="l" rtl="0">
              <a:lnSpc>
                <a:spcPct val="100000"/>
              </a:lnSpc>
              <a:spcBef>
                <a:spcPts val="0"/>
              </a:spcBef>
              <a:spcAft>
                <a:spcPts val="0"/>
              </a:spcAft>
              <a:defRPr/>
            </a:lvl2pPr>
            <a:lvl3pPr marL="914400" marR="0" lvl="2" indent="0" algn="l" rtl="0">
              <a:lnSpc>
                <a:spcPct val="100000"/>
              </a:lnSpc>
              <a:spcBef>
                <a:spcPts val="0"/>
              </a:spcBef>
              <a:spcAft>
                <a:spcPts val="0"/>
              </a:spcAft>
              <a:defRPr/>
            </a:lvl3pPr>
            <a:lvl4pPr marL="1371600" marR="0" lvl="3" indent="0" algn="l" rtl="0">
              <a:lnSpc>
                <a:spcPct val="100000"/>
              </a:lnSpc>
              <a:spcBef>
                <a:spcPts val="0"/>
              </a:spcBef>
              <a:spcAft>
                <a:spcPts val="0"/>
              </a:spcAft>
              <a:defRPr/>
            </a:lvl4pPr>
            <a:lvl5pPr marL="1828800" marR="0" lvl="4" indent="0" algn="l" rtl="0">
              <a:lnSpc>
                <a:spcPct val="100000"/>
              </a:lnSpc>
              <a:spcBef>
                <a:spcPts val="0"/>
              </a:spcBef>
              <a:spcAft>
                <a:spcPts val="0"/>
              </a:spcAft>
              <a:defRPr/>
            </a:lvl5pPr>
            <a:lvl6pPr marL="2286000" marR="0" lvl="5" indent="0" algn="l" rtl="0">
              <a:lnSpc>
                <a:spcPct val="100000"/>
              </a:lnSpc>
              <a:spcBef>
                <a:spcPts val="0"/>
              </a:spcBef>
              <a:spcAft>
                <a:spcPts val="0"/>
              </a:spcAft>
              <a:defRPr/>
            </a:lvl6pPr>
            <a:lvl7pPr marL="3200400" marR="0" lvl="6" indent="0" algn="l" rtl="0">
              <a:lnSpc>
                <a:spcPct val="100000"/>
              </a:lnSpc>
              <a:spcBef>
                <a:spcPts val="0"/>
              </a:spcBef>
              <a:spcAft>
                <a:spcPts val="0"/>
              </a:spcAft>
              <a:defRPr/>
            </a:lvl7pPr>
            <a:lvl8pPr marL="4572000" marR="0" lvl="7" indent="0" algn="l" rtl="0">
              <a:lnSpc>
                <a:spcPct val="100000"/>
              </a:lnSpc>
              <a:spcBef>
                <a:spcPts val="0"/>
              </a:spcBef>
              <a:spcAft>
                <a:spcPts val="0"/>
              </a:spcAft>
              <a:defRPr/>
            </a:lvl8pPr>
            <a:lvl9pPr marL="6400800" marR="0" lvl="8" indent="0" algn="l" rtl="0">
              <a:lnSpc>
                <a:spcPct val="100000"/>
              </a:lnSpc>
              <a:spcBef>
                <a:spcPts val="0"/>
              </a:spcBef>
              <a:spcAft>
                <a:spcPts val="0"/>
              </a:spcAft>
              <a:defRPr/>
            </a:lvl9pPr>
          </a:lstStyle>
          <a:p/>
        </p:txBody>
      </p:sp>
      <p:sp>
        <p:nvSpPr>
          <p:cNvPr id="28" name="Shape 28"/>
          <p:cNvSpPr txBox="1">
            <a:spLocks noGrp="1"/>
          </p:cNvSpPr>
          <p:nvPr>
            <p:ph type="sldNum" idx="12"/>
          </p:nvPr>
        </p:nvSpPr>
        <p:spPr>
          <a:xfrm>
            <a:off x="0" y="6400800"/>
            <a:ext cx="914400"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pPr>
          </a:p>
          <a:p>
            <a:pPr marL="457200" marR="0" lvl="1" indent="0" algn="l" rtl="0">
              <a:lnSpc>
                <a:spcPct val="100000"/>
              </a:lnSpc>
              <a:spcBef>
                <a:spcPts val="0"/>
              </a:spcBef>
              <a:spcAft>
                <a:spcPts val="0"/>
              </a:spcAft>
            </a:pPr>
          </a:p>
          <a:p>
            <a:pPr marL="914400" marR="0" lvl="2" indent="0" algn="l" rtl="0">
              <a:lnSpc>
                <a:spcPct val="100000"/>
              </a:lnSpc>
              <a:spcBef>
                <a:spcPts val="0"/>
              </a:spcBef>
              <a:spcAft>
                <a:spcPts val="0"/>
              </a:spcAft>
            </a:pPr>
          </a:p>
          <a:p>
            <a:pPr marL="1371600" marR="0" lvl="3" indent="0" algn="l" rtl="0">
              <a:lnSpc>
                <a:spcPct val="100000"/>
              </a:lnSpc>
              <a:spcBef>
                <a:spcPts val="0"/>
              </a:spcBef>
              <a:spcAft>
                <a:spcPts val="0"/>
              </a:spcAft>
            </a:pPr>
          </a:p>
          <a:p>
            <a:pPr marL="1828800" marR="0" lvl="4" indent="0" algn="l" rtl="0">
              <a:lnSpc>
                <a:spcPct val="100000"/>
              </a:lnSpc>
              <a:spcBef>
                <a:spcPts val="0"/>
              </a:spcBef>
              <a:spcAft>
                <a:spcPts val="0"/>
              </a:spcAft>
            </a:pPr>
          </a:p>
          <a:p>
            <a:pPr marL="2286000" marR="0" lvl="5" indent="0" algn="l" rtl="0">
              <a:lnSpc>
                <a:spcPct val="100000"/>
              </a:lnSpc>
              <a:spcBef>
                <a:spcPts val="0"/>
              </a:spcBef>
              <a:spcAft>
                <a:spcPts val="0"/>
              </a:spcAft>
            </a:pPr>
          </a:p>
          <a:p>
            <a:pPr marL="3200400" marR="0" lvl="6" indent="0" algn="l" rtl="0">
              <a:lnSpc>
                <a:spcPct val="100000"/>
              </a:lnSpc>
              <a:spcBef>
                <a:spcPts val="0"/>
              </a:spcBef>
              <a:spcAft>
                <a:spcPts val="0"/>
              </a:spcAft>
            </a:pPr>
          </a:p>
          <a:p>
            <a:pPr marL="4572000" marR="0" lvl="7" indent="0" algn="l" rtl="0">
              <a:lnSpc>
                <a:spcPct val="100000"/>
              </a:lnSpc>
              <a:spcBef>
                <a:spcPts val="0"/>
              </a:spcBef>
              <a:spcAft>
                <a:spcPts val="0"/>
              </a:spcAft>
            </a:pPr>
          </a:p>
          <a:p>
            <a:pPr marL="6400800" marR="0" lvl="8" indent="0" algn="l" rtl="0">
              <a:lnSpc>
                <a:spcPct val="100000"/>
              </a:lnSpc>
              <a:spcBef>
                <a:spcPts val="0"/>
              </a:spcBef>
              <a:spcAft>
                <a:spcPts val="0"/>
              </a:spcAft>
            </a:pPr>
          </a:p>
        </p:txBody>
      </p:sp>
      <p:cxnSp>
        <p:nvCxnSpPr>
          <p:cNvPr id="29" name="Shape 29"/>
          <p:cNvCxnSpPr/>
          <p:nvPr/>
        </p:nvCxnSpPr>
        <p:spPr>
          <a:xfrm rot="10800000">
            <a:off x="990599" y="6248400"/>
            <a:ext cx="7086600" cy="0"/>
          </a:xfrm>
          <a:prstGeom prst="straightConnector1">
            <a:avLst/>
          </a:prstGeom>
          <a:noFill/>
          <a:ln w="9525" cap="rnd" cmpd="sng">
            <a:solidFill>
              <a:srgbClr val="000066"/>
            </a:solidFill>
            <a:prstDash val="solid"/>
            <a:miter/>
            <a:headEnd type="none" w="med" len="med"/>
            <a:tailEnd type="none" w="med" len="med"/>
          </a:ln>
        </p:spPr>
      </p:cxnSp>
      <p:pic>
        <p:nvPicPr>
          <p:cNvPr id="30" name="Shape 30"/>
          <p:cNvPicPr preferRelativeResize="0"/>
          <p:nvPr/>
        </p:nvPicPr>
        <p:blipFill rotWithShape="1">
          <a:blip r:embed="rId3"/>
          <a:srcRect/>
          <a:stretch>
            <a:fillRect/>
          </a:stretch>
        </p:blipFill>
        <p:spPr>
          <a:xfrm>
            <a:off x="244475" y="2819400"/>
            <a:ext cx="8899525" cy="4000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bg>
      <p:bgPr>
        <a:solidFill>
          <a:schemeClr val="lt1"/>
        </a:solidFill>
        <a:effectLst/>
      </p:bgPr>
    </p:bg>
    <p:spTree>
      <p:nvGrpSpPr>
        <p:cNvPr id="1" name="Shape 31"/>
        <p:cNvGrpSpPr/>
        <p:nvPr/>
      </p:nvGrpSpPr>
      <p:grpSpPr>
        <a:xfrm>
          <a:off x="0" y="0"/>
          <a:ext cx="0" cy="0"/>
          <a:chOff x="0" y="0"/>
          <a:chExt cx="0" cy="0"/>
        </a:xfrm>
      </p:grpSpPr>
      <p:sp>
        <p:nvSpPr>
          <p:cNvPr id="32" name="Shape 32"/>
          <p:cNvSpPr txBox="1">
            <a:spLocks noGrp="1"/>
          </p:cNvSpPr>
          <p:nvPr>
            <p:ph type="ftr" idx="11"/>
          </p:nvPr>
        </p:nvSpPr>
        <p:spPr>
          <a:xfrm>
            <a:off x="2286000" y="6400800"/>
            <a:ext cx="6324600" cy="457200"/>
          </a:xfrm>
          <a:prstGeom prst="rect">
            <a:avLst/>
          </a:prstGeom>
          <a:noFill/>
          <a:ln>
            <a:noFill/>
          </a:ln>
        </p:spPr>
        <p:txBody>
          <a:bodyPr lIns="91425" tIns="91425" rIns="91425" bIns="91425" anchor="b" anchorCtr="0"/>
          <a:lstStyle>
            <a:lvl1pPr marL="0" marR="0" lvl="0" indent="0" algn="r" rtl="0">
              <a:lnSpc>
                <a:spcPct val="100000"/>
              </a:lnSpc>
              <a:spcBef>
                <a:spcPts val="0"/>
              </a:spcBef>
              <a:spcAft>
                <a:spcPts val="0"/>
              </a:spcAft>
              <a:defRPr/>
            </a:lvl1pPr>
            <a:lvl2pPr marL="457200" marR="0" lvl="1" indent="0" algn="l" rtl="0">
              <a:lnSpc>
                <a:spcPct val="100000"/>
              </a:lnSpc>
              <a:spcBef>
                <a:spcPts val="0"/>
              </a:spcBef>
              <a:spcAft>
                <a:spcPts val="0"/>
              </a:spcAft>
              <a:defRPr/>
            </a:lvl2pPr>
            <a:lvl3pPr marL="914400" marR="0" lvl="2" indent="0" algn="l" rtl="0">
              <a:lnSpc>
                <a:spcPct val="100000"/>
              </a:lnSpc>
              <a:spcBef>
                <a:spcPts val="0"/>
              </a:spcBef>
              <a:spcAft>
                <a:spcPts val="0"/>
              </a:spcAft>
              <a:defRPr/>
            </a:lvl3pPr>
            <a:lvl4pPr marL="1371600" marR="0" lvl="3" indent="0" algn="l" rtl="0">
              <a:lnSpc>
                <a:spcPct val="100000"/>
              </a:lnSpc>
              <a:spcBef>
                <a:spcPts val="0"/>
              </a:spcBef>
              <a:spcAft>
                <a:spcPts val="0"/>
              </a:spcAft>
              <a:defRPr/>
            </a:lvl4pPr>
            <a:lvl5pPr marL="1828800" marR="0" lvl="4" indent="0" algn="l" rtl="0">
              <a:lnSpc>
                <a:spcPct val="100000"/>
              </a:lnSpc>
              <a:spcBef>
                <a:spcPts val="0"/>
              </a:spcBef>
              <a:spcAft>
                <a:spcPts val="0"/>
              </a:spcAft>
              <a:defRPr/>
            </a:lvl5pPr>
            <a:lvl6pPr marL="2286000" marR="0" lvl="5" indent="0" algn="l" rtl="0">
              <a:lnSpc>
                <a:spcPct val="100000"/>
              </a:lnSpc>
              <a:spcBef>
                <a:spcPts val="0"/>
              </a:spcBef>
              <a:spcAft>
                <a:spcPts val="0"/>
              </a:spcAft>
              <a:defRPr/>
            </a:lvl6pPr>
            <a:lvl7pPr marL="3200400" marR="0" lvl="6" indent="0" algn="l" rtl="0">
              <a:lnSpc>
                <a:spcPct val="100000"/>
              </a:lnSpc>
              <a:spcBef>
                <a:spcPts val="0"/>
              </a:spcBef>
              <a:spcAft>
                <a:spcPts val="0"/>
              </a:spcAft>
              <a:defRPr/>
            </a:lvl7pPr>
            <a:lvl8pPr marL="4572000" marR="0" lvl="7" indent="0" algn="l" rtl="0">
              <a:lnSpc>
                <a:spcPct val="100000"/>
              </a:lnSpc>
              <a:spcBef>
                <a:spcPts val="0"/>
              </a:spcBef>
              <a:spcAft>
                <a:spcPts val="0"/>
              </a:spcAft>
              <a:defRPr/>
            </a:lvl8pPr>
            <a:lvl9pPr marL="6400800" marR="0" lvl="8" indent="0" algn="l" rtl="0">
              <a:lnSpc>
                <a:spcPct val="100000"/>
              </a:lnSpc>
              <a:spcBef>
                <a:spcPts val="0"/>
              </a:spcBef>
              <a:spcAft>
                <a:spcPts val="0"/>
              </a:spcAft>
              <a:defRPr/>
            </a:lvl9pPr>
          </a:lstStyle>
          <a:p/>
        </p:txBody>
      </p:sp>
      <p:sp>
        <p:nvSpPr>
          <p:cNvPr id="33" name="Shape 33"/>
          <p:cNvSpPr txBox="1">
            <a:spLocks noGrp="1"/>
          </p:cNvSpPr>
          <p:nvPr>
            <p:ph type="sldNum" idx="12"/>
          </p:nvPr>
        </p:nvSpPr>
        <p:spPr>
          <a:xfrm>
            <a:off x="0" y="6400800"/>
            <a:ext cx="762000"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pPr>
          </a:p>
          <a:p>
            <a:pPr marL="457200" marR="0" lvl="1" indent="0" algn="l" rtl="0">
              <a:lnSpc>
                <a:spcPct val="100000"/>
              </a:lnSpc>
              <a:spcBef>
                <a:spcPts val="0"/>
              </a:spcBef>
              <a:spcAft>
                <a:spcPts val="0"/>
              </a:spcAft>
            </a:pPr>
          </a:p>
          <a:p>
            <a:pPr marL="914400" marR="0" lvl="2" indent="0" algn="l" rtl="0">
              <a:lnSpc>
                <a:spcPct val="100000"/>
              </a:lnSpc>
              <a:spcBef>
                <a:spcPts val="0"/>
              </a:spcBef>
              <a:spcAft>
                <a:spcPts val="0"/>
              </a:spcAft>
            </a:pPr>
          </a:p>
          <a:p>
            <a:pPr marL="1371600" marR="0" lvl="3" indent="0" algn="l" rtl="0">
              <a:lnSpc>
                <a:spcPct val="100000"/>
              </a:lnSpc>
              <a:spcBef>
                <a:spcPts val="0"/>
              </a:spcBef>
              <a:spcAft>
                <a:spcPts val="0"/>
              </a:spcAft>
            </a:pPr>
          </a:p>
          <a:p>
            <a:pPr marL="1828800" marR="0" lvl="4" indent="0" algn="l" rtl="0">
              <a:lnSpc>
                <a:spcPct val="100000"/>
              </a:lnSpc>
              <a:spcBef>
                <a:spcPts val="0"/>
              </a:spcBef>
              <a:spcAft>
                <a:spcPts val="0"/>
              </a:spcAft>
            </a:pPr>
          </a:p>
          <a:p>
            <a:pPr marL="2286000" marR="0" lvl="5" indent="0" algn="l" rtl="0">
              <a:lnSpc>
                <a:spcPct val="100000"/>
              </a:lnSpc>
              <a:spcBef>
                <a:spcPts val="0"/>
              </a:spcBef>
              <a:spcAft>
                <a:spcPts val="0"/>
              </a:spcAft>
            </a:pPr>
          </a:p>
          <a:p>
            <a:pPr marL="3200400" marR="0" lvl="6" indent="0" algn="l" rtl="0">
              <a:lnSpc>
                <a:spcPct val="100000"/>
              </a:lnSpc>
              <a:spcBef>
                <a:spcPts val="0"/>
              </a:spcBef>
              <a:spcAft>
                <a:spcPts val="0"/>
              </a:spcAft>
            </a:pPr>
          </a:p>
          <a:p>
            <a:pPr marL="4572000" marR="0" lvl="7" indent="0" algn="l" rtl="0">
              <a:lnSpc>
                <a:spcPct val="100000"/>
              </a:lnSpc>
              <a:spcBef>
                <a:spcPts val="0"/>
              </a:spcBef>
              <a:spcAft>
                <a:spcPts val="0"/>
              </a:spcAft>
            </a:pPr>
          </a:p>
          <a:p>
            <a:pPr marL="6400800" marR="0" lvl="8" indent="0" algn="l" rtl="0">
              <a:lnSpc>
                <a:spcPct val="100000"/>
              </a:lnSpc>
              <a:spcBef>
                <a:spcPts val="0"/>
              </a:spcBef>
              <a:spcAft>
                <a:spcPts val="0"/>
              </a:spcAft>
            </a:pPr>
          </a:p>
        </p:txBody>
      </p:sp>
      <p:sp>
        <p:nvSpPr>
          <p:cNvPr id="34" name="Shape 34"/>
          <p:cNvSpPr txBox="1">
            <a:spLocks noGrp="1"/>
          </p:cNvSpPr>
          <p:nvPr>
            <p:ph type="title"/>
          </p:nvPr>
        </p:nvSpPr>
        <p:spPr>
          <a:xfrm>
            <a:off x="571500" y="304800"/>
            <a:ext cx="7772400" cy="1143000"/>
          </a:xfrm>
          <a:prstGeom prst="rect">
            <a:avLst/>
          </a:prstGeom>
          <a:noFill/>
          <a:ln>
            <a:noFill/>
          </a:ln>
        </p:spPr>
        <p:txBody>
          <a:bodyPr lIns="91425" tIns="91425" rIns="91425" bIns="91425" anchor="b" anchorCtr="0"/>
          <a:lstStyle>
            <a:lvl1pPr marL="0" lvl="0" indent="0" algn="l" rtl="0">
              <a:lnSpc>
                <a:spcPct val="100000"/>
              </a:lnSpc>
              <a:spcBef>
                <a:spcPts val="0"/>
              </a:spcBef>
              <a:spcAft>
                <a:spcPts val="0"/>
              </a:spcAft>
              <a:defRPr/>
            </a:lvl1pPr>
            <a:lvl2pPr marL="0" lvl="1" indent="0" algn="l" rtl="0">
              <a:lnSpc>
                <a:spcPct val="100000"/>
              </a:lnSpc>
              <a:spcBef>
                <a:spcPts val="0"/>
              </a:spcBef>
              <a:spcAft>
                <a:spcPts val="0"/>
              </a:spcAft>
              <a:defRPr/>
            </a:lvl2pPr>
            <a:lvl3pPr marL="0" lvl="2" indent="0" algn="l" rtl="0">
              <a:lnSpc>
                <a:spcPct val="100000"/>
              </a:lnSpc>
              <a:spcBef>
                <a:spcPts val="0"/>
              </a:spcBef>
              <a:spcAft>
                <a:spcPts val="0"/>
              </a:spcAft>
              <a:defRPr/>
            </a:lvl3pPr>
            <a:lvl4pPr marL="0" lvl="3" indent="0" algn="l" rtl="0">
              <a:lnSpc>
                <a:spcPct val="100000"/>
              </a:lnSpc>
              <a:spcBef>
                <a:spcPts val="0"/>
              </a:spcBef>
              <a:spcAft>
                <a:spcPts val="0"/>
              </a:spcAft>
              <a:defRPr/>
            </a:lvl4pPr>
            <a:lvl5pPr marL="0" lvl="4" indent="0" algn="l" rtl="0">
              <a:lnSpc>
                <a:spcPct val="100000"/>
              </a:lnSpc>
              <a:spcBef>
                <a:spcPts val="0"/>
              </a:spcBef>
              <a:spcAft>
                <a:spcPts val="0"/>
              </a:spcAft>
              <a:defRPr/>
            </a:lvl5pPr>
            <a:lvl6pPr marL="0" lvl="5" indent="0" algn="l" rtl="0">
              <a:lnSpc>
                <a:spcPct val="100000"/>
              </a:lnSpc>
              <a:spcBef>
                <a:spcPts val="0"/>
              </a:spcBef>
              <a:spcAft>
                <a:spcPts val="0"/>
              </a:spcAft>
              <a:defRPr/>
            </a:lvl6pPr>
            <a:lvl7pPr marL="0" lvl="6" indent="0" algn="l" rtl="0">
              <a:lnSpc>
                <a:spcPct val="100000"/>
              </a:lnSpc>
              <a:spcBef>
                <a:spcPts val="0"/>
              </a:spcBef>
              <a:spcAft>
                <a:spcPts val="0"/>
              </a:spcAft>
              <a:defRPr/>
            </a:lvl7pPr>
            <a:lvl8pPr marL="0" lvl="7" indent="0" algn="l" rtl="0">
              <a:lnSpc>
                <a:spcPct val="100000"/>
              </a:lnSpc>
              <a:spcBef>
                <a:spcPts val="0"/>
              </a:spcBef>
              <a:spcAft>
                <a:spcPts val="0"/>
              </a:spcAft>
              <a:defRPr/>
            </a:lvl8pPr>
            <a:lvl9pPr marL="0" lvl="8" indent="0" algn="l" rtl="0">
              <a:lnSpc>
                <a:spcPct val="100000"/>
              </a:lnSpc>
              <a:spcBef>
                <a:spcPts val="0"/>
              </a:spcBef>
              <a:spcAft>
                <a:spcPts val="0"/>
              </a:spcAft>
              <a:defRPr/>
            </a:lvl9pPr>
          </a:lstStyle>
          <a:p/>
        </p:txBody>
      </p:sp>
      <p:sp>
        <p:nvSpPr>
          <p:cNvPr id="35" name="Shape 35"/>
          <p:cNvSpPr txBox="1">
            <a:spLocks noGrp="1"/>
          </p:cNvSpPr>
          <p:nvPr>
            <p:ph type="body" idx="1"/>
          </p:nvPr>
        </p:nvSpPr>
        <p:spPr>
          <a:xfrm>
            <a:off x="571500" y="1676400"/>
            <a:ext cx="8001000" cy="4495800"/>
          </a:xfrm>
          <a:prstGeom prst="rect">
            <a:avLst/>
          </a:prstGeom>
          <a:noFill/>
          <a:ln>
            <a:noFill/>
          </a:ln>
        </p:spPr>
        <p:txBody>
          <a:bodyPr lIns="91425" tIns="91425" rIns="91425" bIns="91425" anchor="t" anchorCtr="0"/>
          <a:lstStyle>
            <a:lvl1pPr marL="342900" lvl="0" indent="-114300" algn="l" rtl="0">
              <a:lnSpc>
                <a:spcPct val="100000"/>
              </a:lnSpc>
              <a:spcBef>
                <a:spcPts val="720"/>
              </a:spcBef>
              <a:spcAft>
                <a:spcPts val="0"/>
              </a:spcAft>
              <a:buClr>
                <a:srgbClr val="333399"/>
              </a:buClr>
              <a:buFont typeface="Arimo"/>
              <a:buChar char="•"/>
              <a:defRPr/>
            </a:lvl1pPr>
            <a:lvl2pPr marL="742950" lvl="1" indent="-82550" algn="l" rtl="0">
              <a:lnSpc>
                <a:spcPct val="100000"/>
              </a:lnSpc>
              <a:spcBef>
                <a:spcPts val="640"/>
              </a:spcBef>
              <a:spcAft>
                <a:spcPts val="0"/>
              </a:spcAft>
              <a:buClr>
                <a:srgbClr val="333399"/>
              </a:buClr>
              <a:buFont typeface="Arimo"/>
              <a:buChar char="•"/>
              <a:defRPr/>
            </a:lvl2pPr>
            <a:lvl3pPr marL="1143000" lvl="2" indent="-50800" algn="l" rtl="0">
              <a:lnSpc>
                <a:spcPct val="100000"/>
              </a:lnSpc>
              <a:spcBef>
                <a:spcPts val="560"/>
              </a:spcBef>
              <a:spcAft>
                <a:spcPts val="0"/>
              </a:spcAft>
              <a:buClr>
                <a:srgbClr val="333399"/>
              </a:buClr>
              <a:buFont typeface="Arimo"/>
              <a:buChar char="•"/>
              <a:defRPr/>
            </a:lvl3pPr>
            <a:lvl4pPr marL="1600200" lvl="3" indent="-76200" algn="l" rtl="0">
              <a:lnSpc>
                <a:spcPct val="100000"/>
              </a:lnSpc>
              <a:spcBef>
                <a:spcPts val="480"/>
              </a:spcBef>
              <a:spcAft>
                <a:spcPts val="0"/>
              </a:spcAft>
              <a:buClr>
                <a:srgbClr val="333399"/>
              </a:buClr>
              <a:buFont typeface="Arimo"/>
              <a:buChar char="•"/>
              <a:defRPr/>
            </a:lvl4pPr>
            <a:lvl5pPr marL="2057400" lvl="4" indent="-101600" algn="l" rtl="0">
              <a:lnSpc>
                <a:spcPct val="100000"/>
              </a:lnSpc>
              <a:spcBef>
                <a:spcPts val="400"/>
              </a:spcBef>
              <a:spcAft>
                <a:spcPts val="0"/>
              </a:spcAft>
              <a:buClr>
                <a:srgbClr val="333399"/>
              </a:buClr>
              <a:buFont typeface="Arimo"/>
              <a:buChar char="•"/>
              <a:defRPr/>
            </a:lvl5pPr>
            <a:lvl6pPr marL="2514600" lvl="5" indent="-101600" algn="l" rtl="0">
              <a:lnSpc>
                <a:spcPct val="100000"/>
              </a:lnSpc>
              <a:spcBef>
                <a:spcPts val="400"/>
              </a:spcBef>
              <a:spcAft>
                <a:spcPts val="0"/>
              </a:spcAft>
              <a:buClr>
                <a:srgbClr val="333399"/>
              </a:buClr>
              <a:buFont typeface="Arimo"/>
              <a:buChar char="•"/>
              <a:defRPr/>
            </a:lvl6pPr>
            <a:lvl7pPr marL="3429000" lvl="6" indent="-101600" algn="l" rtl="0">
              <a:lnSpc>
                <a:spcPct val="100000"/>
              </a:lnSpc>
              <a:spcBef>
                <a:spcPts val="400"/>
              </a:spcBef>
              <a:spcAft>
                <a:spcPts val="0"/>
              </a:spcAft>
              <a:buClr>
                <a:srgbClr val="333399"/>
              </a:buClr>
              <a:buFont typeface="Arimo"/>
              <a:buChar char="•"/>
              <a:defRPr/>
            </a:lvl7pPr>
            <a:lvl8pPr marL="4800600" lvl="7" indent="-101600" algn="l" rtl="0">
              <a:lnSpc>
                <a:spcPct val="100000"/>
              </a:lnSpc>
              <a:spcBef>
                <a:spcPts val="400"/>
              </a:spcBef>
              <a:spcAft>
                <a:spcPts val="0"/>
              </a:spcAft>
              <a:buClr>
                <a:srgbClr val="333399"/>
              </a:buClr>
              <a:buFont typeface="Arimo"/>
              <a:buChar char="•"/>
              <a:defRPr/>
            </a:lvl8pPr>
            <a:lvl9pPr marL="6629400" lvl="8" indent="-101600" algn="l" rtl="0">
              <a:lnSpc>
                <a:spcPct val="100000"/>
              </a:lnSpc>
              <a:spcBef>
                <a:spcPts val="400"/>
              </a:spcBef>
              <a:spcAft>
                <a:spcPts val="0"/>
              </a:spcAft>
              <a:buClr>
                <a:srgbClr val="333399"/>
              </a:buClr>
              <a:buFont typeface="Arimo"/>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bg>
      <p:bgPr>
        <a:solidFill>
          <a:schemeClr val="lt1"/>
        </a:solidFill>
        <a:effectLst/>
      </p:bgPr>
    </p:bg>
    <p:spTree>
      <p:nvGrpSpPr>
        <p:cNvPr id="1" name="Shape 36"/>
        <p:cNvGrpSpPr/>
        <p:nvPr/>
      </p:nvGrpSpPr>
      <p:grpSpPr>
        <a:xfrm>
          <a:off x="0" y="0"/>
          <a:ext cx="0" cy="0"/>
          <a:chOff x="0" y="0"/>
          <a:chExt cx="0" cy="0"/>
        </a:xfrm>
      </p:grpSpPr>
      <p:sp>
        <p:nvSpPr>
          <p:cNvPr id="37" name="Shape 37"/>
          <p:cNvSpPr txBox="1">
            <a:spLocks noGrp="1"/>
          </p:cNvSpPr>
          <p:nvPr>
            <p:ph type="ftr" idx="11"/>
          </p:nvPr>
        </p:nvSpPr>
        <p:spPr>
          <a:xfrm>
            <a:off x="2286000" y="6400800"/>
            <a:ext cx="6324600" cy="457200"/>
          </a:xfrm>
          <a:prstGeom prst="rect">
            <a:avLst/>
          </a:prstGeom>
          <a:noFill/>
          <a:ln>
            <a:noFill/>
          </a:ln>
        </p:spPr>
        <p:txBody>
          <a:bodyPr lIns="91425" tIns="91425" rIns="91425" bIns="91425" anchor="b" anchorCtr="0"/>
          <a:lstStyle>
            <a:lvl1pPr marL="0" marR="0" lvl="0" indent="0" algn="r" rtl="0">
              <a:lnSpc>
                <a:spcPct val="100000"/>
              </a:lnSpc>
              <a:spcBef>
                <a:spcPts val="0"/>
              </a:spcBef>
              <a:spcAft>
                <a:spcPts val="0"/>
              </a:spcAft>
              <a:defRPr/>
            </a:lvl1pPr>
            <a:lvl2pPr marL="457200" marR="0" lvl="1" indent="0" algn="l" rtl="0">
              <a:lnSpc>
                <a:spcPct val="100000"/>
              </a:lnSpc>
              <a:spcBef>
                <a:spcPts val="0"/>
              </a:spcBef>
              <a:spcAft>
                <a:spcPts val="0"/>
              </a:spcAft>
              <a:defRPr/>
            </a:lvl2pPr>
            <a:lvl3pPr marL="914400" marR="0" lvl="2" indent="0" algn="l" rtl="0">
              <a:lnSpc>
                <a:spcPct val="100000"/>
              </a:lnSpc>
              <a:spcBef>
                <a:spcPts val="0"/>
              </a:spcBef>
              <a:spcAft>
                <a:spcPts val="0"/>
              </a:spcAft>
              <a:defRPr/>
            </a:lvl3pPr>
            <a:lvl4pPr marL="1371600" marR="0" lvl="3" indent="0" algn="l" rtl="0">
              <a:lnSpc>
                <a:spcPct val="100000"/>
              </a:lnSpc>
              <a:spcBef>
                <a:spcPts val="0"/>
              </a:spcBef>
              <a:spcAft>
                <a:spcPts val="0"/>
              </a:spcAft>
              <a:defRPr/>
            </a:lvl4pPr>
            <a:lvl5pPr marL="1828800" marR="0" lvl="4" indent="0" algn="l" rtl="0">
              <a:lnSpc>
                <a:spcPct val="100000"/>
              </a:lnSpc>
              <a:spcBef>
                <a:spcPts val="0"/>
              </a:spcBef>
              <a:spcAft>
                <a:spcPts val="0"/>
              </a:spcAft>
              <a:defRPr/>
            </a:lvl5pPr>
            <a:lvl6pPr marL="2286000" marR="0" lvl="5" indent="0" algn="l" rtl="0">
              <a:lnSpc>
                <a:spcPct val="100000"/>
              </a:lnSpc>
              <a:spcBef>
                <a:spcPts val="0"/>
              </a:spcBef>
              <a:spcAft>
                <a:spcPts val="0"/>
              </a:spcAft>
              <a:defRPr/>
            </a:lvl6pPr>
            <a:lvl7pPr marL="3200400" marR="0" lvl="6" indent="0" algn="l" rtl="0">
              <a:lnSpc>
                <a:spcPct val="100000"/>
              </a:lnSpc>
              <a:spcBef>
                <a:spcPts val="0"/>
              </a:spcBef>
              <a:spcAft>
                <a:spcPts val="0"/>
              </a:spcAft>
              <a:defRPr/>
            </a:lvl7pPr>
            <a:lvl8pPr marL="4572000" marR="0" lvl="7" indent="0" algn="l" rtl="0">
              <a:lnSpc>
                <a:spcPct val="100000"/>
              </a:lnSpc>
              <a:spcBef>
                <a:spcPts val="0"/>
              </a:spcBef>
              <a:spcAft>
                <a:spcPts val="0"/>
              </a:spcAft>
              <a:defRPr/>
            </a:lvl8pPr>
            <a:lvl9pPr marL="6400800" marR="0" lvl="8" indent="0" algn="l" rtl="0">
              <a:lnSpc>
                <a:spcPct val="100000"/>
              </a:lnSpc>
              <a:spcBef>
                <a:spcPts val="0"/>
              </a:spcBef>
              <a:spcAft>
                <a:spcPts val="0"/>
              </a:spcAft>
              <a:defRPr/>
            </a:lvl9pPr>
          </a:lstStyle>
          <a:p/>
        </p:txBody>
      </p:sp>
      <p:sp>
        <p:nvSpPr>
          <p:cNvPr id="38" name="Shape 38"/>
          <p:cNvSpPr txBox="1">
            <a:spLocks noGrp="1"/>
          </p:cNvSpPr>
          <p:nvPr>
            <p:ph type="sldNum" idx="12"/>
          </p:nvPr>
        </p:nvSpPr>
        <p:spPr>
          <a:xfrm>
            <a:off x="0" y="6400800"/>
            <a:ext cx="762000"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pPr>
          </a:p>
          <a:p>
            <a:pPr marL="457200" marR="0" lvl="1" indent="0" algn="l" rtl="0">
              <a:lnSpc>
                <a:spcPct val="100000"/>
              </a:lnSpc>
              <a:spcBef>
                <a:spcPts val="0"/>
              </a:spcBef>
              <a:spcAft>
                <a:spcPts val="0"/>
              </a:spcAft>
            </a:pPr>
          </a:p>
          <a:p>
            <a:pPr marL="914400" marR="0" lvl="2" indent="0" algn="l" rtl="0">
              <a:lnSpc>
                <a:spcPct val="100000"/>
              </a:lnSpc>
              <a:spcBef>
                <a:spcPts val="0"/>
              </a:spcBef>
              <a:spcAft>
                <a:spcPts val="0"/>
              </a:spcAft>
            </a:pPr>
          </a:p>
          <a:p>
            <a:pPr marL="1371600" marR="0" lvl="3" indent="0" algn="l" rtl="0">
              <a:lnSpc>
                <a:spcPct val="100000"/>
              </a:lnSpc>
              <a:spcBef>
                <a:spcPts val="0"/>
              </a:spcBef>
              <a:spcAft>
                <a:spcPts val="0"/>
              </a:spcAft>
            </a:pPr>
          </a:p>
          <a:p>
            <a:pPr marL="1828800" marR="0" lvl="4" indent="0" algn="l" rtl="0">
              <a:lnSpc>
                <a:spcPct val="100000"/>
              </a:lnSpc>
              <a:spcBef>
                <a:spcPts val="0"/>
              </a:spcBef>
              <a:spcAft>
                <a:spcPts val="0"/>
              </a:spcAft>
            </a:pPr>
          </a:p>
          <a:p>
            <a:pPr marL="2286000" marR="0" lvl="5" indent="0" algn="l" rtl="0">
              <a:lnSpc>
                <a:spcPct val="100000"/>
              </a:lnSpc>
              <a:spcBef>
                <a:spcPts val="0"/>
              </a:spcBef>
              <a:spcAft>
                <a:spcPts val="0"/>
              </a:spcAft>
            </a:pPr>
          </a:p>
          <a:p>
            <a:pPr marL="3200400" marR="0" lvl="6" indent="0" algn="l" rtl="0">
              <a:lnSpc>
                <a:spcPct val="100000"/>
              </a:lnSpc>
              <a:spcBef>
                <a:spcPts val="0"/>
              </a:spcBef>
              <a:spcAft>
                <a:spcPts val="0"/>
              </a:spcAft>
            </a:pPr>
          </a:p>
          <a:p>
            <a:pPr marL="4572000" marR="0" lvl="7" indent="0" algn="l" rtl="0">
              <a:lnSpc>
                <a:spcPct val="100000"/>
              </a:lnSpc>
              <a:spcBef>
                <a:spcPts val="0"/>
              </a:spcBef>
              <a:spcAft>
                <a:spcPts val="0"/>
              </a:spcAft>
            </a:pPr>
          </a:p>
          <a:p>
            <a:pPr marL="6400800" marR="0" lvl="8" indent="0" algn="l" rtl="0">
              <a:lnSpc>
                <a:spcPct val="100000"/>
              </a:lnSpc>
              <a:spcBef>
                <a:spcPts val="0"/>
              </a:spcBef>
              <a:spcAft>
                <a:spcPts val="0"/>
              </a:spcAft>
            </a:pPr>
          </a:p>
        </p:txBody>
      </p:sp>
      <p:sp>
        <p:nvSpPr>
          <p:cNvPr id="39" name="Shape 39"/>
          <p:cNvSpPr txBox="1">
            <a:spLocks noGrp="1"/>
          </p:cNvSpPr>
          <p:nvPr>
            <p:ph type="title"/>
          </p:nvPr>
        </p:nvSpPr>
        <p:spPr>
          <a:xfrm>
            <a:off x="571500" y="304800"/>
            <a:ext cx="7772400" cy="1143000"/>
          </a:xfrm>
          <a:prstGeom prst="rect">
            <a:avLst/>
          </a:prstGeom>
          <a:noFill/>
          <a:ln>
            <a:noFill/>
          </a:ln>
        </p:spPr>
        <p:txBody>
          <a:bodyPr lIns="91425" tIns="91425" rIns="91425" bIns="91425" anchor="b" anchorCtr="0"/>
          <a:lstStyle>
            <a:lvl1pPr marL="0" lvl="0" indent="0" algn="l" rtl="0">
              <a:lnSpc>
                <a:spcPct val="100000"/>
              </a:lnSpc>
              <a:spcBef>
                <a:spcPts val="0"/>
              </a:spcBef>
              <a:spcAft>
                <a:spcPts val="0"/>
              </a:spcAft>
              <a:defRPr/>
            </a:lvl1pPr>
            <a:lvl2pPr marL="0" lvl="1" indent="0" algn="l" rtl="0">
              <a:lnSpc>
                <a:spcPct val="100000"/>
              </a:lnSpc>
              <a:spcBef>
                <a:spcPts val="0"/>
              </a:spcBef>
              <a:spcAft>
                <a:spcPts val="0"/>
              </a:spcAft>
              <a:defRPr/>
            </a:lvl2pPr>
            <a:lvl3pPr marL="0" lvl="2" indent="0" algn="l" rtl="0">
              <a:lnSpc>
                <a:spcPct val="100000"/>
              </a:lnSpc>
              <a:spcBef>
                <a:spcPts val="0"/>
              </a:spcBef>
              <a:spcAft>
                <a:spcPts val="0"/>
              </a:spcAft>
              <a:defRPr/>
            </a:lvl3pPr>
            <a:lvl4pPr marL="0" lvl="3" indent="0" algn="l" rtl="0">
              <a:lnSpc>
                <a:spcPct val="100000"/>
              </a:lnSpc>
              <a:spcBef>
                <a:spcPts val="0"/>
              </a:spcBef>
              <a:spcAft>
                <a:spcPts val="0"/>
              </a:spcAft>
              <a:defRPr/>
            </a:lvl4pPr>
            <a:lvl5pPr marL="0" lvl="4" indent="0" algn="l" rtl="0">
              <a:lnSpc>
                <a:spcPct val="100000"/>
              </a:lnSpc>
              <a:spcBef>
                <a:spcPts val="0"/>
              </a:spcBef>
              <a:spcAft>
                <a:spcPts val="0"/>
              </a:spcAft>
              <a:defRPr/>
            </a:lvl5pPr>
            <a:lvl6pPr marL="0" lvl="5" indent="0" algn="l" rtl="0">
              <a:lnSpc>
                <a:spcPct val="100000"/>
              </a:lnSpc>
              <a:spcBef>
                <a:spcPts val="0"/>
              </a:spcBef>
              <a:spcAft>
                <a:spcPts val="0"/>
              </a:spcAft>
              <a:defRPr/>
            </a:lvl6pPr>
            <a:lvl7pPr marL="0" lvl="6" indent="0" algn="l" rtl="0">
              <a:lnSpc>
                <a:spcPct val="100000"/>
              </a:lnSpc>
              <a:spcBef>
                <a:spcPts val="0"/>
              </a:spcBef>
              <a:spcAft>
                <a:spcPts val="0"/>
              </a:spcAft>
              <a:defRPr/>
            </a:lvl7pPr>
            <a:lvl8pPr marL="0" lvl="7" indent="0" algn="l" rtl="0">
              <a:lnSpc>
                <a:spcPct val="100000"/>
              </a:lnSpc>
              <a:spcBef>
                <a:spcPts val="0"/>
              </a:spcBef>
              <a:spcAft>
                <a:spcPts val="0"/>
              </a:spcAft>
              <a:defRPr/>
            </a:lvl8pPr>
            <a:lvl9pPr marL="0" lvl="8" indent="0" algn="l" rtl="0">
              <a:lnSpc>
                <a:spcPct val="100000"/>
              </a:lnSpc>
              <a:spcBef>
                <a:spcPts val="0"/>
              </a:spcBef>
              <a:spcAft>
                <a:spcPts val="0"/>
              </a:spcAft>
              <a:defRPr/>
            </a:lvl9pPr>
          </a:lstStyle>
          <a:p/>
        </p:txBody>
      </p:sp>
      <p:sp>
        <p:nvSpPr>
          <p:cNvPr id="40" name="Shape 40"/>
          <p:cNvSpPr txBox="1">
            <a:spLocks noGrp="1"/>
          </p:cNvSpPr>
          <p:nvPr>
            <p:ph type="body" idx="1"/>
          </p:nvPr>
        </p:nvSpPr>
        <p:spPr>
          <a:xfrm>
            <a:off x="571500" y="1676400"/>
            <a:ext cx="8001000" cy="4495800"/>
          </a:xfrm>
          <a:prstGeom prst="rect">
            <a:avLst/>
          </a:prstGeom>
          <a:noFill/>
          <a:ln>
            <a:noFill/>
          </a:ln>
        </p:spPr>
        <p:txBody>
          <a:bodyPr lIns="91425" tIns="91425" rIns="91425" bIns="91425" anchor="t" anchorCtr="0"/>
          <a:lstStyle>
            <a:lvl1pPr marL="342900" lvl="0" indent="-114300" algn="l" rtl="0">
              <a:lnSpc>
                <a:spcPct val="100000"/>
              </a:lnSpc>
              <a:spcBef>
                <a:spcPts val="720"/>
              </a:spcBef>
              <a:spcAft>
                <a:spcPts val="0"/>
              </a:spcAft>
              <a:buClr>
                <a:srgbClr val="333399"/>
              </a:buClr>
              <a:buFont typeface="Arimo"/>
              <a:buChar char="•"/>
              <a:defRPr/>
            </a:lvl1pPr>
            <a:lvl2pPr marL="742950" lvl="1" indent="-82550" algn="l" rtl="0">
              <a:lnSpc>
                <a:spcPct val="100000"/>
              </a:lnSpc>
              <a:spcBef>
                <a:spcPts val="640"/>
              </a:spcBef>
              <a:spcAft>
                <a:spcPts val="0"/>
              </a:spcAft>
              <a:buClr>
                <a:srgbClr val="333399"/>
              </a:buClr>
              <a:buFont typeface="Arimo"/>
              <a:buChar char="•"/>
              <a:defRPr/>
            </a:lvl2pPr>
            <a:lvl3pPr marL="1143000" lvl="2" indent="-50800" algn="l" rtl="0">
              <a:lnSpc>
                <a:spcPct val="100000"/>
              </a:lnSpc>
              <a:spcBef>
                <a:spcPts val="560"/>
              </a:spcBef>
              <a:spcAft>
                <a:spcPts val="0"/>
              </a:spcAft>
              <a:buClr>
                <a:srgbClr val="333399"/>
              </a:buClr>
              <a:buFont typeface="Arimo"/>
              <a:buChar char="•"/>
              <a:defRPr/>
            </a:lvl3pPr>
            <a:lvl4pPr marL="1600200" lvl="3" indent="-76200" algn="l" rtl="0">
              <a:lnSpc>
                <a:spcPct val="100000"/>
              </a:lnSpc>
              <a:spcBef>
                <a:spcPts val="480"/>
              </a:spcBef>
              <a:spcAft>
                <a:spcPts val="0"/>
              </a:spcAft>
              <a:buClr>
                <a:srgbClr val="333399"/>
              </a:buClr>
              <a:buFont typeface="Arimo"/>
              <a:buChar char="•"/>
              <a:defRPr/>
            </a:lvl4pPr>
            <a:lvl5pPr marL="2057400" lvl="4" indent="-101600" algn="l" rtl="0">
              <a:lnSpc>
                <a:spcPct val="100000"/>
              </a:lnSpc>
              <a:spcBef>
                <a:spcPts val="400"/>
              </a:spcBef>
              <a:spcAft>
                <a:spcPts val="0"/>
              </a:spcAft>
              <a:buClr>
                <a:srgbClr val="333399"/>
              </a:buClr>
              <a:buFont typeface="Arimo"/>
              <a:buChar char="•"/>
              <a:defRPr/>
            </a:lvl5pPr>
            <a:lvl6pPr marL="2514600" lvl="5" indent="-101600" algn="l" rtl="0">
              <a:lnSpc>
                <a:spcPct val="100000"/>
              </a:lnSpc>
              <a:spcBef>
                <a:spcPts val="400"/>
              </a:spcBef>
              <a:spcAft>
                <a:spcPts val="0"/>
              </a:spcAft>
              <a:buClr>
                <a:srgbClr val="333399"/>
              </a:buClr>
              <a:buFont typeface="Arimo"/>
              <a:buChar char="•"/>
              <a:defRPr/>
            </a:lvl6pPr>
            <a:lvl7pPr marL="3429000" lvl="6" indent="-101600" algn="l" rtl="0">
              <a:lnSpc>
                <a:spcPct val="100000"/>
              </a:lnSpc>
              <a:spcBef>
                <a:spcPts val="400"/>
              </a:spcBef>
              <a:spcAft>
                <a:spcPts val="0"/>
              </a:spcAft>
              <a:buClr>
                <a:srgbClr val="333399"/>
              </a:buClr>
              <a:buFont typeface="Arimo"/>
              <a:buChar char="•"/>
              <a:defRPr/>
            </a:lvl7pPr>
            <a:lvl8pPr marL="4800600" lvl="7" indent="-101600" algn="l" rtl="0">
              <a:lnSpc>
                <a:spcPct val="100000"/>
              </a:lnSpc>
              <a:spcBef>
                <a:spcPts val="400"/>
              </a:spcBef>
              <a:spcAft>
                <a:spcPts val="0"/>
              </a:spcAft>
              <a:buClr>
                <a:srgbClr val="333399"/>
              </a:buClr>
              <a:buFont typeface="Arimo"/>
              <a:buChar char="•"/>
              <a:defRPr/>
            </a:lvl8pPr>
            <a:lvl9pPr marL="6629400" lvl="8" indent="-101600" algn="l" rtl="0">
              <a:lnSpc>
                <a:spcPct val="100000"/>
              </a:lnSpc>
              <a:spcBef>
                <a:spcPts val="400"/>
              </a:spcBef>
              <a:spcAft>
                <a:spcPts val="0"/>
              </a:spcAft>
              <a:buClr>
                <a:srgbClr val="333399"/>
              </a:buClr>
              <a:buFont typeface="Arimo"/>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2.png"/><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571500" y="304800"/>
            <a:ext cx="7772400" cy="1143000"/>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defRPr/>
            </a:lvl1pPr>
            <a:lvl2pPr marL="0" marR="0" lvl="1" indent="0" algn="l" rtl="0">
              <a:lnSpc>
                <a:spcPct val="100000"/>
              </a:lnSpc>
              <a:spcBef>
                <a:spcPts val="0"/>
              </a:spcBef>
              <a:spcAft>
                <a:spcPts val="0"/>
              </a:spcAft>
              <a:defRPr/>
            </a:lvl2pPr>
            <a:lvl3pPr marL="0" marR="0" lvl="2" indent="0" algn="l" rtl="0">
              <a:lnSpc>
                <a:spcPct val="100000"/>
              </a:lnSpc>
              <a:spcBef>
                <a:spcPts val="0"/>
              </a:spcBef>
              <a:spcAft>
                <a:spcPts val="0"/>
              </a:spcAft>
              <a:defRPr/>
            </a:lvl3pPr>
            <a:lvl4pPr marL="0" marR="0" lvl="3" indent="0" algn="l" rtl="0">
              <a:lnSpc>
                <a:spcPct val="100000"/>
              </a:lnSpc>
              <a:spcBef>
                <a:spcPts val="0"/>
              </a:spcBef>
              <a:spcAft>
                <a:spcPts val="0"/>
              </a:spcAft>
              <a:defRPr/>
            </a:lvl4pPr>
            <a:lvl5pPr marL="0" marR="0" lvl="4" indent="0" algn="l" rtl="0">
              <a:lnSpc>
                <a:spcPct val="100000"/>
              </a:lnSpc>
              <a:spcBef>
                <a:spcPts val="0"/>
              </a:spcBef>
              <a:spcAft>
                <a:spcPts val="0"/>
              </a:spcAft>
              <a:defRPr/>
            </a:lvl5pPr>
            <a:lvl6pPr marL="0" marR="0" lvl="5" indent="0" algn="l" rtl="0">
              <a:lnSpc>
                <a:spcPct val="100000"/>
              </a:lnSpc>
              <a:spcBef>
                <a:spcPts val="0"/>
              </a:spcBef>
              <a:spcAft>
                <a:spcPts val="0"/>
              </a:spcAft>
              <a:defRPr/>
            </a:lvl6pPr>
            <a:lvl7pPr marL="0" marR="0" lvl="6" indent="0" algn="l" rtl="0">
              <a:lnSpc>
                <a:spcPct val="100000"/>
              </a:lnSpc>
              <a:spcBef>
                <a:spcPts val="0"/>
              </a:spcBef>
              <a:spcAft>
                <a:spcPts val="0"/>
              </a:spcAft>
              <a:defRPr/>
            </a:lvl7pPr>
            <a:lvl8pPr marL="0" marR="0" lvl="7" indent="0" algn="l" rtl="0">
              <a:lnSpc>
                <a:spcPct val="100000"/>
              </a:lnSpc>
              <a:spcBef>
                <a:spcPts val="0"/>
              </a:spcBef>
              <a:spcAft>
                <a:spcPts val="0"/>
              </a:spcAft>
              <a:defRPr/>
            </a:lvl8pPr>
            <a:lvl9pPr marL="0" marR="0" lvl="8" indent="0" algn="l" rtl="0">
              <a:lnSpc>
                <a:spcPct val="100000"/>
              </a:lnSpc>
              <a:spcBef>
                <a:spcPts val="0"/>
              </a:spcBef>
              <a:spcAft>
                <a:spcPts val="0"/>
              </a:spcAft>
              <a:defRPr/>
            </a:lvl9pPr>
          </a:lstStyle>
          <a:p/>
        </p:txBody>
      </p:sp>
      <p:sp>
        <p:nvSpPr>
          <p:cNvPr id="11" name="Shape 11"/>
          <p:cNvSpPr txBox="1">
            <a:spLocks noGrp="1"/>
          </p:cNvSpPr>
          <p:nvPr>
            <p:ph type="body" idx="1"/>
          </p:nvPr>
        </p:nvSpPr>
        <p:spPr>
          <a:xfrm>
            <a:off x="571500" y="1676400"/>
            <a:ext cx="8001000" cy="4495800"/>
          </a:xfrm>
          <a:prstGeom prst="rect">
            <a:avLst/>
          </a:prstGeom>
          <a:noFill/>
          <a:ln>
            <a:noFill/>
          </a:ln>
        </p:spPr>
        <p:txBody>
          <a:bodyPr lIns="91425" tIns="91425" rIns="91425" bIns="91425" anchor="t" anchorCtr="0"/>
          <a:lstStyle>
            <a:lvl1pPr marL="342900" marR="0" lvl="0" indent="-114300" algn="l" rtl="0">
              <a:lnSpc>
                <a:spcPct val="100000"/>
              </a:lnSpc>
              <a:spcBef>
                <a:spcPts val="720"/>
              </a:spcBef>
              <a:spcAft>
                <a:spcPts val="0"/>
              </a:spcAft>
              <a:buClr>
                <a:srgbClr val="333399"/>
              </a:buClr>
              <a:buFont typeface="Arimo"/>
              <a:buChar char="•"/>
              <a:defRPr/>
            </a:lvl1pPr>
            <a:lvl2pPr marL="742950" marR="0" lvl="1" indent="-82550" algn="l" rtl="0">
              <a:lnSpc>
                <a:spcPct val="100000"/>
              </a:lnSpc>
              <a:spcBef>
                <a:spcPts val="640"/>
              </a:spcBef>
              <a:spcAft>
                <a:spcPts val="0"/>
              </a:spcAft>
              <a:buClr>
                <a:srgbClr val="333399"/>
              </a:buClr>
              <a:buFont typeface="Arimo"/>
              <a:buChar char="•"/>
              <a:defRPr/>
            </a:lvl2pPr>
            <a:lvl3pPr marL="1143000" marR="0" lvl="2" indent="-50800" algn="l" rtl="0">
              <a:lnSpc>
                <a:spcPct val="100000"/>
              </a:lnSpc>
              <a:spcBef>
                <a:spcPts val="560"/>
              </a:spcBef>
              <a:spcAft>
                <a:spcPts val="0"/>
              </a:spcAft>
              <a:buClr>
                <a:srgbClr val="333399"/>
              </a:buClr>
              <a:buFont typeface="Arimo"/>
              <a:buChar char="•"/>
              <a:defRPr/>
            </a:lvl3pPr>
            <a:lvl4pPr marL="1600200" marR="0" lvl="3" indent="-76200" algn="l" rtl="0">
              <a:lnSpc>
                <a:spcPct val="100000"/>
              </a:lnSpc>
              <a:spcBef>
                <a:spcPts val="480"/>
              </a:spcBef>
              <a:spcAft>
                <a:spcPts val="0"/>
              </a:spcAft>
              <a:buClr>
                <a:srgbClr val="333399"/>
              </a:buClr>
              <a:buFont typeface="Arimo"/>
              <a:buChar char="•"/>
              <a:defRPr/>
            </a:lvl4pPr>
            <a:lvl5pPr marL="2057400" marR="0" lvl="4" indent="-101600" algn="l" rtl="0">
              <a:lnSpc>
                <a:spcPct val="100000"/>
              </a:lnSpc>
              <a:spcBef>
                <a:spcPts val="400"/>
              </a:spcBef>
              <a:spcAft>
                <a:spcPts val="0"/>
              </a:spcAft>
              <a:buClr>
                <a:srgbClr val="333399"/>
              </a:buClr>
              <a:buFont typeface="Arimo"/>
              <a:buChar char="•"/>
              <a:defRPr/>
            </a:lvl5pPr>
            <a:lvl6pPr marL="2514600" marR="0" lvl="5" indent="-101600" algn="l" rtl="0">
              <a:lnSpc>
                <a:spcPct val="100000"/>
              </a:lnSpc>
              <a:spcBef>
                <a:spcPts val="400"/>
              </a:spcBef>
              <a:spcAft>
                <a:spcPts val="0"/>
              </a:spcAft>
              <a:buClr>
                <a:srgbClr val="333399"/>
              </a:buClr>
              <a:buFont typeface="Arimo"/>
              <a:buChar char="•"/>
              <a:defRPr/>
            </a:lvl6pPr>
            <a:lvl7pPr marL="3429000" marR="0" lvl="6" indent="-101600" algn="l" rtl="0">
              <a:lnSpc>
                <a:spcPct val="100000"/>
              </a:lnSpc>
              <a:spcBef>
                <a:spcPts val="400"/>
              </a:spcBef>
              <a:spcAft>
                <a:spcPts val="0"/>
              </a:spcAft>
              <a:buClr>
                <a:srgbClr val="333399"/>
              </a:buClr>
              <a:buFont typeface="Arimo"/>
              <a:buChar char="•"/>
              <a:defRPr/>
            </a:lvl7pPr>
            <a:lvl8pPr marL="4800600" marR="0" lvl="7" indent="-101600" algn="l" rtl="0">
              <a:lnSpc>
                <a:spcPct val="100000"/>
              </a:lnSpc>
              <a:spcBef>
                <a:spcPts val="400"/>
              </a:spcBef>
              <a:spcAft>
                <a:spcPts val="0"/>
              </a:spcAft>
              <a:buClr>
                <a:srgbClr val="333399"/>
              </a:buClr>
              <a:buFont typeface="Arimo"/>
              <a:buChar char="•"/>
              <a:defRPr/>
            </a:lvl8pPr>
            <a:lvl9pPr marL="6629400" marR="0" lvl="8" indent="-101600" algn="l" rtl="0">
              <a:lnSpc>
                <a:spcPct val="100000"/>
              </a:lnSpc>
              <a:spcBef>
                <a:spcPts val="400"/>
              </a:spcBef>
              <a:spcAft>
                <a:spcPts val="0"/>
              </a:spcAft>
              <a:buClr>
                <a:srgbClr val="333399"/>
              </a:buClr>
              <a:buFont typeface="Arimo"/>
              <a:buChar char="•"/>
              <a:defRPr/>
            </a:lvl9pPr>
          </a:lstStyle>
          <a:p/>
        </p:txBody>
      </p:sp>
      <p:cxnSp>
        <p:nvCxnSpPr>
          <p:cNvPr id="12" name="Shape 12"/>
          <p:cNvCxnSpPr/>
          <p:nvPr/>
        </p:nvCxnSpPr>
        <p:spPr>
          <a:xfrm rot="10800000">
            <a:off x="8593136" y="3427411"/>
            <a:ext cx="0" cy="3286124"/>
          </a:xfrm>
          <a:prstGeom prst="straightConnector1">
            <a:avLst/>
          </a:prstGeom>
          <a:noFill/>
          <a:ln w="9525" cap="rnd" cmpd="sng">
            <a:solidFill>
              <a:schemeClr val="lt1"/>
            </a:solidFill>
            <a:prstDash val="solid"/>
            <a:miter/>
            <a:headEnd type="none" w="med" len="med"/>
            <a:tailEnd type="none" w="med" len="med"/>
          </a:ln>
        </p:spPr>
      </p:cxnSp>
      <p:cxnSp>
        <p:nvCxnSpPr>
          <p:cNvPr id="13" name="Shape 13"/>
          <p:cNvCxnSpPr/>
          <p:nvPr/>
        </p:nvCxnSpPr>
        <p:spPr>
          <a:xfrm rot="10800000" flipH="1">
            <a:off x="8494711" y="6034087"/>
            <a:ext cx="192087" cy="193675"/>
          </a:xfrm>
          <a:prstGeom prst="straightConnector1">
            <a:avLst/>
          </a:prstGeom>
          <a:noFill/>
          <a:ln w="9525" cap="rnd" cmpd="sng">
            <a:solidFill>
              <a:schemeClr val="lt1"/>
            </a:solidFill>
            <a:prstDash val="solid"/>
            <a:miter/>
            <a:headEnd type="none" w="med" len="med"/>
            <a:tailEnd type="none" w="med" len="med"/>
          </a:ln>
        </p:spPr>
      </p:cxnSp>
      <p:sp>
        <p:nvSpPr>
          <p:cNvPr id="14" name="Shape 14"/>
          <p:cNvSpPr txBox="1">
            <a:spLocks noGrp="1"/>
          </p:cNvSpPr>
          <p:nvPr>
            <p:ph type="ftr" idx="11"/>
          </p:nvPr>
        </p:nvSpPr>
        <p:spPr>
          <a:xfrm>
            <a:off x="2286000" y="6400800"/>
            <a:ext cx="6324600" cy="457200"/>
          </a:xfrm>
          <a:prstGeom prst="rect">
            <a:avLst/>
          </a:prstGeom>
          <a:noFill/>
          <a:ln>
            <a:noFill/>
          </a:ln>
        </p:spPr>
        <p:txBody>
          <a:bodyPr lIns="91425" tIns="91425" rIns="91425" bIns="91425" anchor="b" anchorCtr="0"/>
          <a:lstStyle>
            <a:lvl1pPr marL="0" marR="0" lvl="0" indent="0" algn="r" rtl="0">
              <a:lnSpc>
                <a:spcPct val="100000"/>
              </a:lnSpc>
              <a:spcBef>
                <a:spcPts val="0"/>
              </a:spcBef>
              <a:spcAft>
                <a:spcPts val="0"/>
              </a:spcAft>
              <a:defRPr/>
            </a:lvl1pPr>
            <a:lvl2pPr marL="457200" marR="0" lvl="1" indent="0" algn="l" rtl="0">
              <a:lnSpc>
                <a:spcPct val="100000"/>
              </a:lnSpc>
              <a:spcBef>
                <a:spcPts val="0"/>
              </a:spcBef>
              <a:spcAft>
                <a:spcPts val="0"/>
              </a:spcAft>
              <a:defRPr/>
            </a:lvl2pPr>
            <a:lvl3pPr marL="914400" marR="0" lvl="2" indent="0" algn="l" rtl="0">
              <a:lnSpc>
                <a:spcPct val="100000"/>
              </a:lnSpc>
              <a:spcBef>
                <a:spcPts val="0"/>
              </a:spcBef>
              <a:spcAft>
                <a:spcPts val="0"/>
              </a:spcAft>
              <a:defRPr/>
            </a:lvl3pPr>
            <a:lvl4pPr marL="1371600" marR="0" lvl="3" indent="0" algn="l" rtl="0">
              <a:lnSpc>
                <a:spcPct val="100000"/>
              </a:lnSpc>
              <a:spcBef>
                <a:spcPts val="0"/>
              </a:spcBef>
              <a:spcAft>
                <a:spcPts val="0"/>
              </a:spcAft>
              <a:defRPr/>
            </a:lvl4pPr>
            <a:lvl5pPr marL="1828800" marR="0" lvl="4" indent="0" algn="l" rtl="0">
              <a:lnSpc>
                <a:spcPct val="100000"/>
              </a:lnSpc>
              <a:spcBef>
                <a:spcPts val="0"/>
              </a:spcBef>
              <a:spcAft>
                <a:spcPts val="0"/>
              </a:spcAft>
              <a:defRPr/>
            </a:lvl5pPr>
            <a:lvl6pPr marL="2286000" marR="0" lvl="5" indent="0" algn="l" rtl="0">
              <a:lnSpc>
                <a:spcPct val="100000"/>
              </a:lnSpc>
              <a:spcBef>
                <a:spcPts val="0"/>
              </a:spcBef>
              <a:spcAft>
                <a:spcPts val="0"/>
              </a:spcAft>
              <a:defRPr/>
            </a:lvl6pPr>
            <a:lvl7pPr marL="3200400" marR="0" lvl="6" indent="0" algn="l" rtl="0">
              <a:lnSpc>
                <a:spcPct val="100000"/>
              </a:lnSpc>
              <a:spcBef>
                <a:spcPts val="0"/>
              </a:spcBef>
              <a:spcAft>
                <a:spcPts val="0"/>
              </a:spcAft>
              <a:defRPr/>
            </a:lvl7pPr>
            <a:lvl8pPr marL="4572000" marR="0" lvl="7" indent="0" algn="l" rtl="0">
              <a:lnSpc>
                <a:spcPct val="100000"/>
              </a:lnSpc>
              <a:spcBef>
                <a:spcPts val="0"/>
              </a:spcBef>
              <a:spcAft>
                <a:spcPts val="0"/>
              </a:spcAft>
              <a:defRPr/>
            </a:lvl8pPr>
            <a:lvl9pPr marL="6400800" marR="0" lvl="8" indent="0" algn="l" rtl="0">
              <a:lnSpc>
                <a:spcPct val="100000"/>
              </a:lnSpc>
              <a:spcBef>
                <a:spcPts val="0"/>
              </a:spcBef>
              <a:spcAft>
                <a:spcPts val="0"/>
              </a:spcAft>
              <a:defRPr/>
            </a:lvl9pPr>
          </a:lstStyle>
          <a:p/>
        </p:txBody>
      </p:sp>
      <p:sp>
        <p:nvSpPr>
          <p:cNvPr id="15" name="Shape 15"/>
          <p:cNvSpPr txBox="1">
            <a:spLocks noGrp="1"/>
          </p:cNvSpPr>
          <p:nvPr>
            <p:ph type="sldNum" idx="12"/>
          </p:nvPr>
        </p:nvSpPr>
        <p:spPr>
          <a:xfrm>
            <a:off x="0" y="6400800"/>
            <a:ext cx="762000" cy="457200"/>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pPr>
          </a:p>
          <a:p>
            <a:pPr marL="457200" marR="0" lvl="1" indent="0" algn="l" rtl="0">
              <a:lnSpc>
                <a:spcPct val="100000"/>
              </a:lnSpc>
              <a:spcBef>
                <a:spcPts val="0"/>
              </a:spcBef>
              <a:spcAft>
                <a:spcPts val="0"/>
              </a:spcAft>
            </a:pPr>
          </a:p>
          <a:p>
            <a:pPr marL="914400" marR="0" lvl="2" indent="0" algn="l" rtl="0">
              <a:lnSpc>
                <a:spcPct val="100000"/>
              </a:lnSpc>
              <a:spcBef>
                <a:spcPts val="0"/>
              </a:spcBef>
              <a:spcAft>
                <a:spcPts val="0"/>
              </a:spcAft>
            </a:pPr>
          </a:p>
          <a:p>
            <a:pPr marL="1371600" marR="0" lvl="3" indent="0" algn="l" rtl="0">
              <a:lnSpc>
                <a:spcPct val="100000"/>
              </a:lnSpc>
              <a:spcBef>
                <a:spcPts val="0"/>
              </a:spcBef>
              <a:spcAft>
                <a:spcPts val="0"/>
              </a:spcAft>
            </a:pPr>
          </a:p>
          <a:p>
            <a:pPr marL="1828800" marR="0" lvl="4" indent="0" algn="l" rtl="0">
              <a:lnSpc>
                <a:spcPct val="100000"/>
              </a:lnSpc>
              <a:spcBef>
                <a:spcPts val="0"/>
              </a:spcBef>
              <a:spcAft>
                <a:spcPts val="0"/>
              </a:spcAft>
            </a:pPr>
          </a:p>
          <a:p>
            <a:pPr marL="2286000" marR="0" lvl="5" indent="0" algn="l" rtl="0">
              <a:lnSpc>
                <a:spcPct val="100000"/>
              </a:lnSpc>
              <a:spcBef>
                <a:spcPts val="0"/>
              </a:spcBef>
              <a:spcAft>
                <a:spcPts val="0"/>
              </a:spcAft>
            </a:pPr>
          </a:p>
          <a:p>
            <a:pPr marL="3200400" marR="0" lvl="6" indent="0" algn="l" rtl="0">
              <a:lnSpc>
                <a:spcPct val="100000"/>
              </a:lnSpc>
              <a:spcBef>
                <a:spcPts val="0"/>
              </a:spcBef>
              <a:spcAft>
                <a:spcPts val="0"/>
              </a:spcAft>
            </a:pPr>
          </a:p>
          <a:p>
            <a:pPr marL="4572000" marR="0" lvl="7" indent="0" algn="l" rtl="0">
              <a:lnSpc>
                <a:spcPct val="100000"/>
              </a:lnSpc>
              <a:spcBef>
                <a:spcPts val="0"/>
              </a:spcBef>
              <a:spcAft>
                <a:spcPts val="0"/>
              </a:spcAft>
            </a:pPr>
          </a:p>
          <a:p>
            <a:pPr marL="6400800" marR="0" lvl="8" indent="0" algn="l" rtl="0">
              <a:lnSpc>
                <a:spcPct val="100000"/>
              </a:lnSpc>
              <a:spcBef>
                <a:spcPts val="0"/>
              </a:spcBef>
              <a:spcAft>
                <a:spcPts val="0"/>
              </a:spcAft>
            </a:pPr>
          </a:p>
        </p:txBody>
      </p:sp>
      <p:cxnSp>
        <p:nvCxnSpPr>
          <p:cNvPr id="16" name="Shape 16"/>
          <p:cNvCxnSpPr/>
          <p:nvPr/>
        </p:nvCxnSpPr>
        <p:spPr>
          <a:xfrm rot="10800000">
            <a:off x="990599" y="6248400"/>
            <a:ext cx="7086600" cy="0"/>
          </a:xfrm>
          <a:prstGeom prst="straightConnector1">
            <a:avLst/>
          </a:prstGeom>
          <a:noFill/>
          <a:ln w="9525" cap="rnd" cmpd="sng">
            <a:solidFill>
              <a:srgbClr val="000066"/>
            </a:solidFill>
            <a:prstDash val="solid"/>
            <a:miter/>
            <a:headEnd type="none" w="med" len="med"/>
            <a:tailEnd type="none" w="med" len="med"/>
          </a:ln>
        </p:spPr>
      </p:cxnSp>
      <p:pic>
        <p:nvPicPr>
          <p:cNvPr id="17" name="Shape 17"/>
          <p:cNvPicPr preferRelativeResize="0"/>
          <p:nvPr/>
        </p:nvPicPr>
        <p:blipFill rotWithShape="1">
          <a:blip r:embed="rId4"/>
          <a:srcRect l="13482" t="5404" r="12358" b="13512"/>
          <a:stretch>
            <a:fillRect/>
          </a:stretch>
        </p:blipFill>
        <p:spPr>
          <a:xfrm>
            <a:off x="8420100" y="6045200"/>
            <a:ext cx="558799" cy="762000"/>
          </a:xfrm>
          <a:prstGeom prst="rect">
            <a:avLst/>
          </a:prstGeom>
          <a:solidFill>
            <a:schemeClr val="folHlink"/>
          </a:solidFill>
          <a:ln>
            <a:noFill/>
          </a:ln>
        </p:spPr>
      </p:pic>
      <p:pic>
        <p:nvPicPr>
          <p:cNvPr id="18" name="Shape 18"/>
          <p:cNvPicPr preferRelativeResize="0"/>
          <p:nvPr/>
        </p:nvPicPr>
        <p:blipFill rotWithShape="1">
          <a:blip r:embed="rId5"/>
          <a:srcRect/>
          <a:stretch>
            <a:fillRect/>
          </a:stretch>
        </p:blipFill>
        <p:spPr>
          <a:xfrm>
            <a:off x="152400" y="1371600"/>
            <a:ext cx="8809036" cy="40004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Shape 45"/>
          <p:cNvSpPr txBox="1">
            <a:spLocks noGrp="1"/>
          </p:cNvSpPr>
          <p:nvPr>
            <p:ph type="ctrTitle"/>
          </p:nvPr>
        </p:nvSpPr>
        <p:spPr>
          <a:xfrm>
            <a:off x="533400" y="1371600"/>
            <a:ext cx="7924799" cy="1295400"/>
          </a:xfrm>
          <a:prstGeom prst="rect">
            <a:avLst/>
          </a:prstGeom>
          <a:noFill/>
          <a:ln>
            <a:noFill/>
          </a:ln>
        </p:spPr>
        <p:txBody>
          <a:bodyPr lIns="92075" tIns="46025" rIns="92075" bIns="46025" anchor="ctr"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4400" b="1" i="0" u="none" strike="noStrike" cap="none">
                <a:solidFill>
                  <a:srgbClr val="333399"/>
                </a:solidFill>
                <a:latin typeface="Arimo"/>
                <a:ea typeface="Arimo"/>
                <a:cs typeface="Arimo"/>
                <a:sym typeface="Arimo"/>
              </a:rPr>
              <a:t>Systems Analysis and Design</a:t>
            </a:r>
            <a:endParaRPr lang="en-US" sz="4400" b="1" i="0" u="none" strike="noStrike" cap="none">
              <a:solidFill>
                <a:srgbClr val="333399"/>
              </a:solidFill>
              <a:latin typeface="Arimo"/>
              <a:ea typeface="Arimo"/>
              <a:cs typeface="Arimo"/>
              <a:sym typeface="Arimo"/>
            </a:endParaRPr>
          </a:p>
        </p:txBody>
      </p:sp>
      <p:sp>
        <p:nvSpPr>
          <p:cNvPr id="46" name="Shape 46"/>
          <p:cNvSpPr/>
          <p:nvPr/>
        </p:nvSpPr>
        <p:spPr>
          <a:xfrm>
            <a:off x="4594225" y="1401762"/>
            <a:ext cx="46036" cy="12699"/>
          </a:xfrm>
          <a:prstGeom prst="ellipse">
            <a:avLst/>
          </a:prstGeom>
          <a:solidFill>
            <a:srgbClr val="8C8C8C"/>
          </a:solidFill>
          <a:ln>
            <a:noFill/>
          </a:ln>
        </p:spPr>
        <p:txBody>
          <a:bodyPr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 name="Shape 47"/>
          <p:cNvSpPr/>
          <p:nvPr/>
        </p:nvSpPr>
        <p:spPr>
          <a:xfrm>
            <a:off x="4464050" y="779462"/>
            <a:ext cx="38099" cy="7937"/>
          </a:xfrm>
          <a:prstGeom prst="rect">
            <a:avLst/>
          </a:prstGeom>
          <a:solidFill>
            <a:srgbClr val="FBFBD2"/>
          </a:solidFill>
          <a:ln>
            <a:noFill/>
          </a:ln>
        </p:spPr>
        <p:txBody>
          <a:bodyPr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 name="Shape 48"/>
          <p:cNvSpPr txBox="1">
            <a:spLocks noGrp="1"/>
          </p:cNvSpPr>
          <p:nvPr>
            <p:ph type="subTitle" idx="1"/>
          </p:nvPr>
        </p:nvSpPr>
        <p:spPr>
          <a:xfrm>
            <a:off x="533400" y="3200400"/>
            <a:ext cx="7696199" cy="2286000"/>
          </a:xfrm>
          <a:prstGeom prst="rect">
            <a:avLst/>
          </a:prstGeom>
          <a:noFill/>
          <a:ln>
            <a:noFill/>
          </a:ln>
        </p:spPr>
        <p:txBody>
          <a:bodyPr lIns="91425" tIns="45700" rIns="91425" bIns="45700" anchor="t" anchorCtr="0">
            <a:noAutofit/>
          </a:bodyPr>
          <a:lstStyle/>
          <a:p>
            <a:pPr marL="0" marR="0" lvl="0" indent="0" algn="l" rtl="0">
              <a:lnSpc>
                <a:spcPct val="80000"/>
              </a:lnSpc>
              <a:spcBef>
                <a:spcPts val="0"/>
              </a:spcBef>
              <a:spcAft>
                <a:spcPts val="0"/>
              </a:spcAft>
              <a:buClr>
                <a:srgbClr val="333399"/>
              </a:buClr>
              <a:buSzPct val="25000"/>
              <a:buFont typeface="Arimo"/>
              <a:buNone/>
            </a:pPr>
            <a:r>
              <a:rPr lang="en-US" sz="2400" b="0" i="0" u="none" strike="noStrike" cap="none">
                <a:solidFill>
                  <a:srgbClr val="333399"/>
                </a:solidFill>
                <a:latin typeface="Arimo"/>
                <a:ea typeface="Arimo"/>
                <a:cs typeface="Arimo"/>
                <a:sym typeface="Arimo"/>
              </a:rPr>
              <a:t>Alan Dennis, Barbara Haley Wixom, and Roberta Roth</a:t>
            </a:r>
            <a:br>
              <a:rPr lang="en-US" sz="2400" b="0" i="0" u="none" strike="noStrike" cap="none">
                <a:solidFill>
                  <a:srgbClr val="333399"/>
                </a:solidFill>
                <a:latin typeface="Arimo"/>
                <a:ea typeface="Arimo"/>
                <a:cs typeface="Arimo"/>
                <a:sym typeface="Arimo"/>
              </a:rPr>
            </a:br>
            <a:r>
              <a:rPr lang="en-US" sz="2400" b="0" i="0" u="none" strike="noStrike" cap="none">
                <a:solidFill>
                  <a:srgbClr val="333399"/>
                </a:solidFill>
                <a:latin typeface="Arimo"/>
                <a:ea typeface="Arimo"/>
                <a:cs typeface="Arimo"/>
                <a:sym typeface="Arimo"/>
              </a:rPr>
              <a:t>John Wiley &amp; Sons, Inc.</a:t>
            </a:r>
            <a:endParaRPr lang="en-US" sz="2400" b="0" i="0" u="none" strike="noStrike" cap="none">
              <a:solidFill>
                <a:srgbClr val="333399"/>
              </a:solidFill>
              <a:latin typeface="Arimo"/>
              <a:ea typeface="Arimo"/>
              <a:cs typeface="Arimo"/>
              <a:sym typeface="Arimo"/>
            </a:endParaRPr>
          </a:p>
          <a:p>
            <a:pPr marL="0" marR="0" lvl="0" indent="0" algn="l" rtl="0">
              <a:lnSpc>
                <a:spcPct val="80000"/>
              </a:lnSpc>
              <a:spcBef>
                <a:spcPts val="560"/>
              </a:spcBef>
              <a:spcAft>
                <a:spcPts val="0"/>
              </a:spcAft>
              <a:buClr>
                <a:srgbClr val="333399"/>
              </a:buClr>
              <a:buSzPct val="25000"/>
              <a:buFont typeface="Arimo"/>
              <a:buNone/>
            </a:pPr>
            <a:endParaRPr sz="2800" b="0" i="0" u="none" strike="noStrike" cap="none">
              <a:solidFill>
                <a:srgbClr val="333399"/>
              </a:solidFill>
              <a:latin typeface="Arimo"/>
              <a:ea typeface="Arimo"/>
              <a:cs typeface="Arimo"/>
              <a:sym typeface="Arimo"/>
            </a:endParaRPr>
          </a:p>
          <a:p>
            <a:pPr marL="0" marR="0" lvl="0" indent="0" algn="l" rtl="0">
              <a:lnSpc>
                <a:spcPct val="80000"/>
              </a:lnSpc>
              <a:spcBef>
                <a:spcPts val="560"/>
              </a:spcBef>
              <a:spcAft>
                <a:spcPts val="0"/>
              </a:spcAft>
              <a:buClr>
                <a:srgbClr val="CC0000"/>
              </a:buClr>
              <a:buSzPct val="25000"/>
              <a:buFont typeface="Arimo"/>
              <a:buNone/>
            </a:pPr>
            <a:r>
              <a:rPr lang="en-US" sz="2800" b="0" i="0" u="none" strike="noStrike" cap="none">
                <a:solidFill>
                  <a:srgbClr val="CC0000"/>
                </a:solidFill>
                <a:latin typeface="Arimo"/>
                <a:ea typeface="Arimo"/>
                <a:cs typeface="Arimo"/>
                <a:sym typeface="Arimo"/>
              </a:rPr>
              <a:t>Slides by Candace S. Garrod</a:t>
            </a:r>
            <a:endParaRPr lang="en-US" sz="2800" b="0" i="0" u="none" strike="noStrike" cap="none">
              <a:solidFill>
                <a:srgbClr val="CC0000"/>
              </a:solidFill>
              <a:latin typeface="Arimo"/>
              <a:ea typeface="Arimo"/>
              <a:cs typeface="Arimo"/>
              <a:sym typeface="Arimo"/>
            </a:endParaRPr>
          </a:p>
          <a:p>
            <a:pPr marL="0" marR="0" lvl="0" indent="0" algn="l" rtl="0">
              <a:lnSpc>
                <a:spcPct val="80000"/>
              </a:lnSpc>
              <a:spcBef>
                <a:spcPts val="400"/>
              </a:spcBef>
              <a:spcAft>
                <a:spcPts val="0"/>
              </a:spcAft>
              <a:buClr>
                <a:srgbClr val="CC0000"/>
              </a:buClr>
              <a:buSzPct val="25000"/>
              <a:buFont typeface="Arimo"/>
              <a:buNone/>
            </a:pPr>
            <a:r>
              <a:rPr lang="en-US" sz="2000" b="0" i="0" u="none" strike="noStrike" cap="none">
                <a:solidFill>
                  <a:srgbClr val="CC0000"/>
                </a:solidFill>
                <a:latin typeface="Arimo"/>
                <a:ea typeface="Arimo"/>
                <a:cs typeface="Arimo"/>
                <a:sym typeface="Arimo"/>
              </a:rPr>
              <a:t>                     Red Rocks Community College</a:t>
            </a:r>
            <a:endParaRPr lang="en-US" sz="2000" b="0" i="0" u="none" strike="noStrike" cap="none">
              <a:solidFill>
                <a:srgbClr val="CC0000"/>
              </a:solidFill>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990600" y="1600200"/>
            <a:ext cx="7467600" cy="12954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Clr>
                <a:srgbClr val="333399"/>
              </a:buClr>
              <a:buSzPct val="25000"/>
              <a:buFont typeface="Arimo"/>
              <a:buNone/>
            </a:pPr>
            <a:r>
              <a:rPr lang="en-US" sz="3600" b="1" i="0" u="none" strike="noStrike" cap="none" dirty="0">
                <a:solidFill>
                  <a:srgbClr val="333399"/>
                </a:solidFill>
                <a:latin typeface="Arimo"/>
                <a:ea typeface="Arimo"/>
                <a:cs typeface="Arimo"/>
                <a:sym typeface="Arimo"/>
              </a:rPr>
              <a:t>Process Modeling</a:t>
            </a:r>
            <a:endParaRPr lang="en-US" sz="3600" b="1" i="0" u="none" strike="noStrike" cap="none" dirty="0">
              <a:solidFill>
                <a:srgbClr val="333399"/>
              </a:solidFill>
              <a:latin typeface="Arimo"/>
              <a:ea typeface="Arimo"/>
              <a:cs typeface="Arimo"/>
              <a:sym typeface="Arimo"/>
            </a:endParaRPr>
          </a:p>
        </p:txBody>
      </p:sp>
      <p:sp>
        <p:nvSpPr>
          <p:cNvPr id="3" name="Subtitle 2"/>
          <p:cNvSpPr>
            <a:spLocks noGrp="1"/>
          </p:cNvSpPr>
          <p:nvPr>
            <p:ph type="subTitle" idx="1"/>
          </p:nvPr>
        </p:nvSpPr>
        <p:spPr/>
        <p:txBody>
          <a:bodyPr/>
          <a:lstStyle/>
          <a:p>
            <a:endParaRPr lang="en-PH"/>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56032"/>
            <a:ext cx="7772400" cy="1143000"/>
          </a:xfrm>
        </p:spPr>
        <p:txBody>
          <a:bodyPr/>
          <a:lstStyle/>
          <a:p>
            <a:pPr algn="ctr">
              <a:buClr>
                <a:srgbClr val="333399"/>
              </a:buClr>
              <a:buSzPct val="25000"/>
            </a:pPr>
            <a:r>
              <a:rPr lang="en-PH" sz="3600" b="1" dirty="0">
                <a:solidFill>
                  <a:srgbClr val="333399"/>
                </a:solidFill>
                <a:latin typeface="Arimo"/>
              </a:rPr>
              <a:t>Process Modeling</a:t>
            </a:r>
            <a:endParaRPr lang="en-PH" sz="3600" b="1" dirty="0">
              <a:solidFill>
                <a:srgbClr val="333399"/>
              </a:solidFill>
              <a:latin typeface="Arimo"/>
            </a:endParaRPr>
          </a:p>
        </p:txBody>
      </p:sp>
      <p:sp>
        <p:nvSpPr>
          <p:cNvPr id="3" name="Text Placeholder 2"/>
          <p:cNvSpPr>
            <a:spLocks noGrp="1"/>
          </p:cNvSpPr>
          <p:nvPr>
            <p:ph type="body" idx="1"/>
          </p:nvPr>
        </p:nvSpPr>
        <p:spPr>
          <a:xfrm>
            <a:off x="-218211" y="1582882"/>
            <a:ext cx="9081656" cy="4495800"/>
          </a:xfrm>
        </p:spPr>
        <p:txBody>
          <a:bodyPr/>
          <a:lstStyle/>
          <a:p>
            <a:pPr lvl="1" indent="-285750">
              <a:spcBef>
                <a:spcPts val="560"/>
              </a:spcBef>
              <a:buSzPct val="100000"/>
            </a:pPr>
            <a:r>
              <a:rPr lang="en-US" sz="2400" dirty="0">
                <a:solidFill>
                  <a:srgbClr val="333399"/>
                </a:solidFill>
                <a:latin typeface="Arimo"/>
              </a:rPr>
              <a:t>Process Modeling is a method used to visually represent how a business system operates.</a:t>
            </a:r>
            <a:endParaRPr lang="en-US" sz="2400" dirty="0">
              <a:solidFill>
                <a:srgbClr val="333399"/>
              </a:solidFill>
              <a:latin typeface="Arimo"/>
            </a:endParaRPr>
          </a:p>
          <a:p>
            <a:pPr lvl="1" indent="-285750">
              <a:spcBef>
                <a:spcPts val="560"/>
              </a:spcBef>
              <a:buSzPct val="100000"/>
            </a:pPr>
            <a:r>
              <a:rPr lang="en-US" sz="2400" dirty="0">
                <a:solidFill>
                  <a:srgbClr val="333399"/>
                </a:solidFill>
                <a:latin typeface="Arimo"/>
              </a:rPr>
              <a:t>It shows the activities, data flows, and interactions within a system.</a:t>
            </a:r>
            <a:endParaRPr lang="en-US" sz="2400" dirty="0">
              <a:solidFill>
                <a:srgbClr val="333399"/>
              </a:solidFill>
              <a:latin typeface="Arimo"/>
            </a:endParaRPr>
          </a:p>
          <a:p>
            <a:pPr lvl="1" indent="-285750">
              <a:spcBef>
                <a:spcPts val="560"/>
              </a:spcBef>
              <a:buSzPct val="100000"/>
            </a:pPr>
            <a:r>
              <a:rPr lang="en-US" sz="2400" dirty="0">
                <a:solidFill>
                  <a:srgbClr val="333399"/>
                </a:solidFill>
                <a:latin typeface="Arimo"/>
              </a:rPr>
              <a:t>Helps analysts understand how information moves and where improvements can be made.</a:t>
            </a:r>
            <a:endParaRPr lang="en-US" sz="2400" dirty="0">
              <a:solidFill>
                <a:srgbClr val="333399"/>
              </a:solidFill>
              <a:latin typeface="Arimo"/>
            </a:endParaRPr>
          </a:p>
          <a:p>
            <a:pPr lvl="1" indent="-285750">
              <a:spcBef>
                <a:spcPts val="560"/>
              </a:spcBef>
              <a:buSzPct val="100000"/>
            </a:pPr>
            <a:r>
              <a:rPr lang="en-US" sz="2400" dirty="0">
                <a:solidFill>
                  <a:srgbClr val="333399"/>
                </a:solidFill>
                <a:latin typeface="Arimo"/>
              </a:rPr>
              <a:t>Provides a clear picture of the system for both analysts and developers.</a:t>
            </a:r>
            <a:endParaRPr lang="en-US" sz="2400" dirty="0">
              <a:solidFill>
                <a:srgbClr val="333399"/>
              </a:solidFill>
              <a:latin typeface="Arimo"/>
            </a:endParaRPr>
          </a:p>
          <a:p>
            <a:pPr lvl="1" indent="-285750">
              <a:spcBef>
                <a:spcPts val="560"/>
              </a:spcBef>
              <a:buSzPct val="100000"/>
            </a:pPr>
            <a:r>
              <a:rPr lang="en-US" sz="2400" dirty="0">
                <a:solidFill>
                  <a:srgbClr val="333399"/>
                </a:solidFill>
                <a:latin typeface="Arimo"/>
              </a:rPr>
              <a:t>One of the most common techniques in process modeling is Data Flow Diagramming (DFD).</a:t>
            </a:r>
            <a:endParaRPr lang="en-US" sz="2400" dirty="0">
              <a:solidFill>
                <a:srgbClr val="333399"/>
              </a:solidFill>
              <a:latin typeface="Arimo"/>
            </a:endParaRPr>
          </a:p>
          <a:p>
            <a:pPr lvl="1" indent="-285750">
              <a:spcBef>
                <a:spcPts val="560"/>
              </a:spcBef>
              <a:buSzPct val="100000"/>
            </a:pPr>
            <a:r>
              <a:rPr lang="en-US" sz="2400" dirty="0">
                <a:solidFill>
                  <a:srgbClr val="333399"/>
                </a:solidFill>
                <a:latin typeface="Arimo"/>
              </a:rPr>
              <a:t>DFDs illustrate how data enters, moves through, and leaves a system.</a:t>
            </a:r>
            <a:endParaRPr lang="en-US" sz="2400" dirty="0">
              <a:solidFill>
                <a:srgbClr val="333399"/>
              </a:solidFill>
              <a:latin typeface="Arim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Shape 60"/>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61" name="Shape 61"/>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62" name="Shape 62"/>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dirty="0">
                <a:solidFill>
                  <a:srgbClr val="333399"/>
                </a:solidFill>
                <a:latin typeface="Arimo"/>
                <a:ea typeface="Arimo"/>
                <a:cs typeface="Arimo"/>
                <a:sym typeface="Arimo"/>
              </a:rPr>
              <a:t>Key Definitions</a:t>
            </a:r>
            <a:endParaRPr lang="en-US" sz="3600" b="1" i="0" u="none" strike="noStrike" cap="none" dirty="0">
              <a:solidFill>
                <a:srgbClr val="333399"/>
              </a:solidFill>
              <a:latin typeface="Arimo"/>
              <a:ea typeface="Arimo"/>
              <a:cs typeface="Arimo"/>
              <a:sym typeface="Arimo"/>
            </a:endParaRPr>
          </a:p>
        </p:txBody>
      </p:sp>
      <p:sp>
        <p:nvSpPr>
          <p:cNvPr id="63" name="Shape 63"/>
          <p:cNvSpPr txBox="1">
            <a:spLocks noGrp="1"/>
          </p:cNvSpPr>
          <p:nvPr>
            <p:ph type="body" idx="1"/>
          </p:nvPr>
        </p:nvSpPr>
        <p:spPr>
          <a:xfrm>
            <a:off x="571500" y="1676400"/>
            <a:ext cx="8001000" cy="4797136"/>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CC0000"/>
              </a:buClr>
              <a:buSzPct val="100000"/>
              <a:buFont typeface="Arimo"/>
              <a:buChar char="•"/>
            </a:pPr>
            <a:r>
              <a:rPr lang="en-US" sz="2800" b="1" i="1" u="none" strike="noStrike" cap="none" dirty="0">
                <a:solidFill>
                  <a:srgbClr val="CC0000"/>
                </a:solidFill>
                <a:latin typeface="Arimo"/>
                <a:ea typeface="Arimo"/>
                <a:cs typeface="Arimo"/>
                <a:sym typeface="Arimo"/>
              </a:rPr>
              <a:t>Process model</a:t>
            </a:r>
            <a:r>
              <a:rPr lang="en-US" sz="2800" b="0" i="0" u="none" strike="noStrike" cap="none" dirty="0">
                <a:solidFill>
                  <a:srgbClr val="333399"/>
                </a:solidFill>
                <a:latin typeface="Arimo"/>
                <a:ea typeface="Arimo"/>
                <a:cs typeface="Arimo"/>
                <a:sym typeface="Arimo"/>
              </a:rPr>
              <a:t> </a:t>
            </a:r>
            <a:endParaRPr lang="en-US" sz="2800" b="0" i="0" u="none" strike="noStrike" cap="none" dirty="0">
              <a:solidFill>
                <a:srgbClr val="333399"/>
              </a:solidFill>
              <a:latin typeface="Arimo"/>
              <a:ea typeface="Arimo"/>
              <a:cs typeface="Arimo"/>
              <a:sym typeface="Arimo"/>
            </a:endParaRPr>
          </a:p>
          <a:p>
            <a:pPr marL="742950" marR="0" lvl="1" indent="-285750" algn="l" rtl="0">
              <a:lnSpc>
                <a:spcPct val="100000"/>
              </a:lnSpc>
              <a:spcBef>
                <a:spcPts val="560"/>
              </a:spcBef>
              <a:spcAft>
                <a:spcPts val="0"/>
              </a:spcAft>
              <a:buClr>
                <a:srgbClr val="333399"/>
              </a:buClr>
              <a:buSzPct val="100000"/>
              <a:buFont typeface="Arimo"/>
              <a:buChar char="•"/>
            </a:pPr>
            <a:r>
              <a:rPr lang="en-US" sz="2400" b="0" i="0" u="none" strike="noStrike" cap="none" dirty="0">
                <a:solidFill>
                  <a:srgbClr val="333399"/>
                </a:solidFill>
                <a:latin typeface="Arimo"/>
                <a:ea typeface="Arimo"/>
                <a:cs typeface="Arimo"/>
                <a:sym typeface="Arimo"/>
              </a:rPr>
              <a:t>A formal way of representing how a business system operates</a:t>
            </a:r>
            <a:endParaRPr lang="en-US" sz="2400" b="0" i="0" u="none" strike="noStrike" cap="none" dirty="0">
              <a:solidFill>
                <a:srgbClr val="333399"/>
              </a:solidFill>
              <a:latin typeface="Arimo"/>
              <a:ea typeface="Arimo"/>
              <a:cs typeface="Arimo"/>
              <a:sym typeface="Arimo"/>
            </a:endParaRPr>
          </a:p>
          <a:p>
            <a:pPr marL="742950" marR="0" lvl="1" indent="-285750" algn="l" rtl="0">
              <a:lnSpc>
                <a:spcPct val="100000"/>
              </a:lnSpc>
              <a:spcBef>
                <a:spcPts val="560"/>
              </a:spcBef>
              <a:spcAft>
                <a:spcPts val="0"/>
              </a:spcAft>
              <a:buClr>
                <a:srgbClr val="333399"/>
              </a:buClr>
              <a:buSzPct val="100000"/>
              <a:buFont typeface="Arimo"/>
              <a:buChar char="•"/>
            </a:pPr>
            <a:r>
              <a:rPr lang="en-US" sz="2400" b="0" i="0" u="none" strike="noStrike" cap="none" dirty="0">
                <a:solidFill>
                  <a:srgbClr val="333399"/>
                </a:solidFill>
                <a:latin typeface="Arimo"/>
                <a:ea typeface="Arimo"/>
                <a:cs typeface="Arimo"/>
                <a:sym typeface="Arimo"/>
              </a:rPr>
              <a:t>Illustrates the activities that are performed and how data moves among them</a:t>
            </a:r>
            <a:endParaRPr lang="en-US" sz="2400" b="0" i="0" u="none" strike="noStrike" cap="none" dirty="0">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CC0000"/>
              </a:buClr>
              <a:buSzPct val="100000"/>
              <a:buFont typeface="Arimo"/>
              <a:buChar char="•"/>
            </a:pPr>
            <a:r>
              <a:rPr lang="en-US" sz="2800" b="1" i="1" u="none" strike="noStrike" cap="none" dirty="0">
                <a:solidFill>
                  <a:srgbClr val="CC0000"/>
                </a:solidFill>
                <a:latin typeface="Arimo"/>
                <a:ea typeface="Arimo"/>
                <a:cs typeface="Arimo"/>
                <a:sym typeface="Arimo"/>
              </a:rPr>
              <a:t>Data flow diagramming</a:t>
            </a:r>
            <a:endParaRPr lang="en-US" sz="2800" b="1" i="1" u="none" strike="noStrike" cap="none" dirty="0">
              <a:solidFill>
                <a:srgbClr val="CC0000"/>
              </a:solidFill>
              <a:latin typeface="Arimo"/>
              <a:ea typeface="Arimo"/>
              <a:cs typeface="Arimo"/>
              <a:sym typeface="Arimo"/>
            </a:endParaRPr>
          </a:p>
          <a:p>
            <a:pPr marL="742950" marR="0" lvl="1" indent="-285750" algn="l" rtl="0">
              <a:lnSpc>
                <a:spcPct val="100000"/>
              </a:lnSpc>
              <a:spcBef>
                <a:spcPts val="560"/>
              </a:spcBef>
              <a:spcAft>
                <a:spcPts val="0"/>
              </a:spcAft>
              <a:buClr>
                <a:srgbClr val="333399"/>
              </a:buClr>
              <a:buSzPct val="100000"/>
              <a:buFont typeface="Arimo"/>
              <a:buChar char="•"/>
            </a:pPr>
            <a:r>
              <a:rPr lang="en-US" sz="2400" b="0" i="0" u="none" strike="noStrike" cap="none" dirty="0">
                <a:solidFill>
                  <a:srgbClr val="333399"/>
                </a:solidFill>
                <a:latin typeface="Arimo"/>
                <a:ea typeface="Arimo"/>
                <a:cs typeface="Arimo"/>
                <a:sym typeface="Arimo"/>
              </a:rPr>
              <a:t>A common technique for creating process models</a:t>
            </a:r>
            <a:endParaRPr lang="en-US" sz="2400" b="0" i="0" u="none" strike="noStrike" cap="none" dirty="0">
              <a:solidFill>
                <a:srgbClr val="333399"/>
              </a:solidFill>
              <a:latin typeface="Arimo"/>
              <a:ea typeface="Arimo"/>
              <a:cs typeface="Arimo"/>
              <a:sym typeface="Arimo"/>
            </a:endParaRPr>
          </a:p>
          <a:p>
            <a:pPr marL="742950" marR="0" lvl="1" indent="-285750" algn="l" rtl="0">
              <a:lnSpc>
                <a:spcPct val="100000"/>
              </a:lnSpc>
              <a:spcBef>
                <a:spcPts val="560"/>
              </a:spcBef>
              <a:spcAft>
                <a:spcPts val="0"/>
              </a:spcAft>
              <a:buClr>
                <a:srgbClr val="333399"/>
              </a:buClr>
              <a:buSzPct val="100000"/>
              <a:buFont typeface="Arimo"/>
              <a:buChar char="•"/>
            </a:pPr>
            <a:r>
              <a:rPr lang="en-US" sz="2400" b="0" i="0" u="none" strike="noStrike" cap="none" dirty="0">
                <a:solidFill>
                  <a:srgbClr val="333399"/>
                </a:solidFill>
                <a:latin typeface="Arimo"/>
                <a:ea typeface="Arimo"/>
                <a:cs typeface="Arimo"/>
                <a:sym typeface="Arimo"/>
              </a:rPr>
              <a:t>It uses symbols like processes, data stores, data flows, and external entities to show how data moves through the system</a:t>
            </a:r>
            <a:endParaRPr lang="en-US" sz="2400" b="0" i="0" u="none" strike="noStrike" cap="none" dirty="0">
              <a:solidFill>
                <a:srgbClr val="333399"/>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
        <p:cNvGrpSpPr/>
        <p:nvPr/>
      </p:nvGrpSpPr>
      <p:grpSpPr>
        <a:xfrm>
          <a:off x="0" y="0"/>
          <a:ext cx="0" cy="0"/>
          <a:chOff x="0" y="0"/>
          <a:chExt cx="0" cy="0"/>
        </a:xfrm>
      </p:grpSpPr>
      <p:sp>
        <p:nvSpPr>
          <p:cNvPr id="68" name="Shape 68"/>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69" name="Shape 69"/>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70" name="Shape 70"/>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Key Definitions</a:t>
            </a:r>
            <a:endParaRPr lang="en-US" sz="3600" b="1" i="0" u="none" strike="noStrike" cap="none">
              <a:solidFill>
                <a:srgbClr val="333399"/>
              </a:solidFill>
              <a:latin typeface="Arimo"/>
              <a:ea typeface="Arimo"/>
              <a:cs typeface="Arimo"/>
              <a:sym typeface="Arimo"/>
            </a:endParaRPr>
          </a:p>
        </p:txBody>
      </p:sp>
      <p:sp>
        <p:nvSpPr>
          <p:cNvPr id="71" name="Shape 71"/>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CC0000"/>
              </a:buClr>
              <a:buSzPct val="100000"/>
              <a:buFont typeface="Arimo"/>
              <a:buChar char="•"/>
            </a:pPr>
            <a:r>
              <a:rPr lang="en-US" sz="3600" b="1" i="1" u="none" strike="noStrike" cap="none" dirty="0">
                <a:solidFill>
                  <a:srgbClr val="CC0000"/>
                </a:solidFill>
                <a:latin typeface="Arimo"/>
                <a:ea typeface="Arimo"/>
                <a:cs typeface="Arimo"/>
                <a:sym typeface="Arimo"/>
              </a:rPr>
              <a:t>Logical</a:t>
            </a:r>
            <a:r>
              <a:rPr lang="en-US" sz="3600" b="0" i="1" u="none" strike="noStrike" cap="none" dirty="0">
                <a:solidFill>
                  <a:srgbClr val="CC0000"/>
                </a:solidFill>
                <a:latin typeface="Arimo"/>
                <a:ea typeface="Arimo"/>
                <a:cs typeface="Arimo"/>
                <a:sym typeface="Arimo"/>
              </a:rPr>
              <a:t> </a:t>
            </a:r>
            <a:r>
              <a:rPr lang="en-US" sz="3600" b="0" i="0" u="none" strike="noStrike" cap="none" dirty="0">
                <a:solidFill>
                  <a:srgbClr val="333399"/>
                </a:solidFill>
                <a:latin typeface="Arimo"/>
                <a:ea typeface="Arimo"/>
                <a:cs typeface="Arimo"/>
                <a:sym typeface="Arimo"/>
              </a:rPr>
              <a:t>process models describe processes without suggesting how they are conducted</a:t>
            </a:r>
            <a:endParaRPr lang="en-US" sz="3600" b="0" i="0" u="none" strike="noStrike" cap="none" dirty="0">
              <a:solidFill>
                <a:srgbClr val="333399"/>
              </a:solidFill>
              <a:latin typeface="Arimo"/>
              <a:ea typeface="Arimo"/>
              <a:cs typeface="Arimo"/>
              <a:sym typeface="Arimo"/>
            </a:endParaRPr>
          </a:p>
          <a:p>
            <a:pPr marL="342900" marR="0" lvl="0" indent="-342900" algn="l" rtl="0">
              <a:lnSpc>
                <a:spcPct val="100000"/>
              </a:lnSpc>
              <a:spcBef>
                <a:spcPts val="720"/>
              </a:spcBef>
              <a:spcAft>
                <a:spcPts val="0"/>
              </a:spcAft>
              <a:buClr>
                <a:srgbClr val="CC0000"/>
              </a:buClr>
              <a:buSzPct val="100000"/>
              <a:buFont typeface="Arimo"/>
              <a:buChar char="•"/>
            </a:pPr>
            <a:r>
              <a:rPr lang="en-US" sz="3600" b="1" i="1" u="none" strike="noStrike" cap="none" dirty="0">
                <a:solidFill>
                  <a:srgbClr val="CC0000"/>
                </a:solidFill>
                <a:latin typeface="Arimo"/>
                <a:ea typeface="Arimo"/>
                <a:cs typeface="Arimo"/>
                <a:sym typeface="Arimo"/>
              </a:rPr>
              <a:t>Physical </a:t>
            </a:r>
            <a:r>
              <a:rPr lang="en-US" sz="3600" b="0" i="0" u="none" strike="noStrike" cap="none" dirty="0">
                <a:solidFill>
                  <a:srgbClr val="333399"/>
                </a:solidFill>
                <a:latin typeface="Arimo"/>
                <a:ea typeface="Arimo"/>
                <a:cs typeface="Arimo"/>
                <a:sym typeface="Arimo"/>
              </a:rPr>
              <a:t>process models provide information that is needed to build the system</a:t>
            </a:r>
            <a:endParaRPr lang="en-US" sz="3600" b="0" i="0" u="none" strike="noStrike" cap="none" dirty="0">
              <a:solidFill>
                <a:srgbClr val="333399"/>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Shape 77"/>
          <p:cNvSpPr txBox="1">
            <a:spLocks noGrp="1"/>
          </p:cNvSpPr>
          <p:nvPr>
            <p:ph type="ctrTitle"/>
          </p:nvPr>
        </p:nvSpPr>
        <p:spPr>
          <a:xfrm>
            <a:off x="685800" y="1600200"/>
            <a:ext cx="7772400" cy="1295400"/>
          </a:xfrm>
          <a:prstGeom prst="rect">
            <a:avLst/>
          </a:prstGeom>
          <a:noFill/>
          <a:ln>
            <a:noFill/>
          </a:ln>
        </p:spPr>
        <p:txBody>
          <a:bodyPr lIns="92075" tIns="46025" rIns="92075" bIns="46025" anchor="ctr"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4000" b="1" i="0" u="none" strike="noStrike" cap="none">
                <a:solidFill>
                  <a:srgbClr val="333399"/>
                </a:solidFill>
                <a:latin typeface="Arimo"/>
                <a:ea typeface="Arimo"/>
                <a:cs typeface="Arimo"/>
                <a:sym typeface="Arimo"/>
              </a:rPr>
              <a:t>DATA FLOW DIAGRAMS (DFD)</a:t>
            </a:r>
            <a:endParaRPr lang="en-US" sz="4000" b="1" i="0" u="none" strike="noStrike" cap="none">
              <a:solidFill>
                <a:srgbClr val="333399"/>
              </a:solidFill>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
        <p:cNvGrpSpPr/>
        <p:nvPr/>
      </p:nvGrpSpPr>
      <p:grpSpPr>
        <a:xfrm>
          <a:off x="0" y="0"/>
          <a:ext cx="0" cy="0"/>
          <a:chOff x="0" y="0"/>
          <a:chExt cx="0" cy="0"/>
        </a:xfrm>
      </p:grpSpPr>
      <p:sp>
        <p:nvSpPr>
          <p:cNvPr id="82" name="Shape 82"/>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83" name="Shape 83"/>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84" name="Shape 84"/>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Reading a DFD</a:t>
            </a:r>
            <a:endParaRPr lang="en-US" sz="3600" b="1" i="0" u="none" strike="noStrike" cap="none">
              <a:solidFill>
                <a:srgbClr val="333399"/>
              </a:solidFill>
              <a:latin typeface="Arimo"/>
              <a:ea typeface="Arimo"/>
              <a:cs typeface="Arimo"/>
              <a:sym typeface="Arimo"/>
            </a:endParaRPr>
          </a:p>
        </p:txBody>
      </p:sp>
      <p:sp>
        <p:nvSpPr>
          <p:cNvPr id="85" name="Shape 85"/>
          <p:cNvSpPr txBox="1"/>
          <p:nvPr/>
        </p:nvSpPr>
        <p:spPr>
          <a:xfrm>
            <a:off x="1736725" y="2928936"/>
            <a:ext cx="18414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6" name="Shape 86"/>
          <p:cNvPicPr preferRelativeResize="0"/>
          <p:nvPr/>
        </p:nvPicPr>
        <p:blipFill rotWithShape="1">
          <a:blip r:embed="rId1"/>
          <a:srcRect l="10784" t="26514" r="8824" b="28030"/>
          <a:stretch>
            <a:fillRect/>
          </a:stretch>
        </p:blipFill>
        <p:spPr>
          <a:xfrm>
            <a:off x="1524000" y="1600200"/>
            <a:ext cx="6248399" cy="4572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Shape 91"/>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92" name="Shape 92"/>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93" name="Shape 93"/>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Elements of a DFD</a:t>
            </a:r>
            <a:endParaRPr lang="en-US" sz="3600" b="1" i="0" u="none" strike="noStrike" cap="none">
              <a:solidFill>
                <a:srgbClr val="333399"/>
              </a:solidFill>
              <a:latin typeface="Arimo"/>
              <a:ea typeface="Arimo"/>
              <a:cs typeface="Arimo"/>
              <a:sym typeface="Arimo"/>
            </a:endParaRPr>
          </a:p>
        </p:txBody>
      </p:sp>
      <p:sp>
        <p:nvSpPr>
          <p:cNvPr id="94" name="Shape 94"/>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90000"/>
              </a:lnSpc>
              <a:spcBef>
                <a:spcPts val="0"/>
              </a:spcBef>
              <a:spcAft>
                <a:spcPts val="0"/>
              </a:spcAft>
              <a:buClr>
                <a:srgbClr val="333399"/>
              </a:buClr>
              <a:buSzPct val="100000"/>
              <a:buFont typeface="Arimo"/>
              <a:buChar char="•"/>
            </a:pPr>
            <a:r>
              <a:rPr lang="en-US" sz="3600" b="0" i="0" u="none" strike="noStrike" cap="none">
                <a:solidFill>
                  <a:srgbClr val="333399"/>
                </a:solidFill>
                <a:latin typeface="Arimo"/>
                <a:ea typeface="Arimo"/>
                <a:cs typeface="Arimo"/>
                <a:sym typeface="Arimo"/>
              </a:rPr>
              <a:t>Process</a:t>
            </a:r>
            <a:endParaRPr lang="en-US" sz="3600" b="0" i="0" u="none" strike="noStrike" cap="none">
              <a:solidFill>
                <a:srgbClr val="333399"/>
              </a:solidFill>
              <a:latin typeface="Arimo"/>
              <a:ea typeface="Arimo"/>
              <a:cs typeface="Arimo"/>
              <a:sym typeface="Arimo"/>
            </a:endParaRPr>
          </a:p>
          <a:p>
            <a:pPr marL="742950" marR="0" lvl="1" indent="-28575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An activity or function performed for a specific business reason</a:t>
            </a:r>
            <a:endParaRPr lang="en-US" sz="3200" b="0" i="0" u="none" strike="noStrike" cap="none">
              <a:solidFill>
                <a:srgbClr val="333399"/>
              </a:solidFill>
              <a:latin typeface="Arimo"/>
              <a:ea typeface="Arimo"/>
              <a:cs typeface="Arimo"/>
              <a:sym typeface="Arimo"/>
            </a:endParaRPr>
          </a:p>
          <a:p>
            <a:pPr marL="742950" marR="0" lvl="1" indent="-28575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Manual or computerized</a:t>
            </a:r>
            <a:endParaRPr lang="en-US" sz="3200" b="0" i="0" u="none" strike="noStrike" cap="none">
              <a:solidFill>
                <a:srgbClr val="333399"/>
              </a:solidFill>
              <a:latin typeface="Arimo"/>
              <a:ea typeface="Arimo"/>
              <a:cs typeface="Arimo"/>
              <a:sym typeface="Arimo"/>
            </a:endParaRPr>
          </a:p>
          <a:p>
            <a:pPr marL="342900" marR="0" lvl="0" indent="-342900" algn="l" rtl="0">
              <a:lnSpc>
                <a:spcPct val="90000"/>
              </a:lnSpc>
              <a:spcBef>
                <a:spcPts val="720"/>
              </a:spcBef>
              <a:spcAft>
                <a:spcPts val="0"/>
              </a:spcAft>
              <a:buClr>
                <a:srgbClr val="333399"/>
              </a:buClr>
              <a:buSzPct val="100000"/>
              <a:buFont typeface="Arimo"/>
              <a:buChar char="•"/>
            </a:pPr>
            <a:r>
              <a:rPr lang="en-US" sz="3600" b="0" i="0" u="none" strike="noStrike" cap="none">
                <a:solidFill>
                  <a:srgbClr val="333399"/>
                </a:solidFill>
                <a:latin typeface="Arimo"/>
                <a:ea typeface="Arimo"/>
                <a:cs typeface="Arimo"/>
                <a:sym typeface="Arimo"/>
              </a:rPr>
              <a:t>Data flow</a:t>
            </a:r>
            <a:endParaRPr lang="en-US" sz="3600" b="0" i="0" u="none" strike="noStrike" cap="none">
              <a:solidFill>
                <a:srgbClr val="333399"/>
              </a:solidFill>
              <a:latin typeface="Arimo"/>
              <a:ea typeface="Arimo"/>
              <a:cs typeface="Arimo"/>
              <a:sym typeface="Arimo"/>
            </a:endParaRPr>
          </a:p>
          <a:p>
            <a:pPr marL="742950" marR="0" lvl="1" indent="-28575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A single piece of data or a logical collection of data</a:t>
            </a:r>
            <a:endParaRPr lang="en-US" sz="3200" b="0" i="0" u="none" strike="noStrike" cap="none">
              <a:solidFill>
                <a:srgbClr val="333399"/>
              </a:solidFill>
              <a:latin typeface="Arimo"/>
              <a:ea typeface="Arimo"/>
              <a:cs typeface="Arimo"/>
              <a:sym typeface="Arimo"/>
            </a:endParaRPr>
          </a:p>
          <a:p>
            <a:pPr marL="742950" marR="0" lvl="1" indent="-28575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Always starts or ends at a process</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Shape 99"/>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00" name="Shape 100"/>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01" name="Shape 101"/>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DFD Elements</a:t>
            </a:r>
            <a:endParaRPr lang="en-US" sz="3600" b="1" i="0" u="none" strike="noStrike" cap="none">
              <a:solidFill>
                <a:srgbClr val="333399"/>
              </a:solidFill>
              <a:latin typeface="Arimo"/>
              <a:ea typeface="Arimo"/>
              <a:cs typeface="Arimo"/>
              <a:sym typeface="Arimo"/>
            </a:endParaRPr>
          </a:p>
        </p:txBody>
      </p:sp>
      <p:sp>
        <p:nvSpPr>
          <p:cNvPr id="102" name="Shape 102"/>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9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Data Store</a:t>
            </a:r>
            <a:endParaRPr lang="en-US" sz="3200" b="0" i="0" u="none" strike="noStrike" cap="none">
              <a:solidFill>
                <a:srgbClr val="333399"/>
              </a:solidFill>
              <a:latin typeface="Arimo"/>
              <a:ea typeface="Arimo"/>
              <a:cs typeface="Arimo"/>
              <a:sym typeface="Arimo"/>
            </a:endParaRPr>
          </a:p>
          <a:p>
            <a:pPr marL="742950" marR="0" lvl="1" indent="-28575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A collection of data that is stored in some way</a:t>
            </a:r>
            <a:endParaRPr lang="en-US" sz="2800" b="0" i="0" u="none" strike="noStrike" cap="none">
              <a:solidFill>
                <a:srgbClr val="333399"/>
              </a:solidFill>
              <a:latin typeface="Arimo"/>
              <a:ea typeface="Arimo"/>
              <a:cs typeface="Arimo"/>
              <a:sym typeface="Arimo"/>
            </a:endParaRPr>
          </a:p>
          <a:p>
            <a:pPr marL="742950" marR="0" lvl="1" indent="-28575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Data flowing out is retrieved from the data store</a:t>
            </a:r>
            <a:endParaRPr lang="en-US" sz="2800" b="0" i="0" u="none" strike="noStrike" cap="none">
              <a:solidFill>
                <a:srgbClr val="333399"/>
              </a:solidFill>
              <a:latin typeface="Arimo"/>
              <a:ea typeface="Arimo"/>
              <a:cs typeface="Arimo"/>
              <a:sym typeface="Arimo"/>
            </a:endParaRPr>
          </a:p>
          <a:p>
            <a:pPr marL="742950" marR="0" lvl="1" indent="-28575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Data flowing in updates or is added to the data store</a:t>
            </a:r>
            <a:endParaRPr lang="en-US" sz="2800" b="0" i="0" u="none" strike="noStrike" cap="none">
              <a:solidFill>
                <a:srgbClr val="333399"/>
              </a:solidFill>
              <a:latin typeface="Arimo"/>
              <a:ea typeface="Arimo"/>
              <a:cs typeface="Arimo"/>
              <a:sym typeface="Arimo"/>
            </a:endParaRPr>
          </a:p>
          <a:p>
            <a:pPr marL="342900" marR="0" lvl="0" indent="-34290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External entity</a:t>
            </a:r>
            <a:endParaRPr lang="en-US" sz="3200" b="0" i="0" u="none" strike="noStrike" cap="none">
              <a:solidFill>
                <a:srgbClr val="333399"/>
              </a:solidFill>
              <a:latin typeface="Arimo"/>
              <a:ea typeface="Arimo"/>
              <a:cs typeface="Arimo"/>
              <a:sym typeface="Arimo"/>
            </a:endParaRPr>
          </a:p>
          <a:p>
            <a:pPr marL="742950" marR="0" lvl="1" indent="-28575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A person, organization, or system that is </a:t>
            </a:r>
            <a:r>
              <a:rPr lang="en-US" sz="2800" b="1" i="0" u="none" strike="noStrike" cap="none">
                <a:solidFill>
                  <a:srgbClr val="3366FF"/>
                </a:solidFill>
                <a:latin typeface="Arimo"/>
                <a:ea typeface="Arimo"/>
                <a:cs typeface="Arimo"/>
                <a:sym typeface="Arimo"/>
              </a:rPr>
              <a:t>external</a:t>
            </a:r>
            <a:r>
              <a:rPr lang="en-US" sz="2800" b="0" i="0" u="none" strike="noStrike" cap="none">
                <a:solidFill>
                  <a:srgbClr val="333399"/>
                </a:solidFill>
                <a:latin typeface="Arimo"/>
                <a:ea typeface="Arimo"/>
                <a:cs typeface="Arimo"/>
                <a:sym typeface="Arimo"/>
              </a:rPr>
              <a:t> to the system but interacts with it.</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Shape 107"/>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08" name="Shape 108"/>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09" name="Shape 109"/>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Naming and Drawing DFD Elements</a:t>
            </a:r>
            <a:endParaRPr lang="en-US" sz="3600" b="1" i="0" u="none" strike="noStrike" cap="none">
              <a:solidFill>
                <a:srgbClr val="333399"/>
              </a:solidFill>
              <a:latin typeface="Arimo"/>
              <a:ea typeface="Arimo"/>
              <a:cs typeface="Arimo"/>
              <a:sym typeface="Arimo"/>
            </a:endParaRPr>
          </a:p>
        </p:txBody>
      </p:sp>
      <p:pic>
        <p:nvPicPr>
          <p:cNvPr id="110" name="Shape 110"/>
          <p:cNvPicPr preferRelativeResize="0"/>
          <p:nvPr/>
        </p:nvPicPr>
        <p:blipFill rotWithShape="1">
          <a:blip r:embed="rId1"/>
          <a:srcRect/>
          <a:stretch>
            <a:fillRect/>
          </a:stretch>
        </p:blipFill>
        <p:spPr>
          <a:xfrm>
            <a:off x="2133600" y="1600200"/>
            <a:ext cx="6369049" cy="4618036"/>
          </a:xfrm>
          <a:prstGeom prst="rect">
            <a:avLst/>
          </a:prstGeom>
          <a:noFill/>
          <a:ln>
            <a:noFill/>
          </a:ln>
        </p:spPr>
      </p:pic>
      <p:grpSp>
        <p:nvGrpSpPr>
          <p:cNvPr id="111" name="Shape 111"/>
          <p:cNvGrpSpPr/>
          <p:nvPr/>
        </p:nvGrpSpPr>
        <p:grpSpPr>
          <a:xfrm>
            <a:off x="381000" y="2286000"/>
            <a:ext cx="1752599" cy="469899"/>
            <a:chOff x="381000" y="2286000"/>
            <a:chExt cx="1752599" cy="469899"/>
          </a:xfrm>
        </p:grpSpPr>
        <p:sp>
          <p:nvSpPr>
            <p:cNvPr id="112" name="Shape 112"/>
            <p:cNvSpPr txBox="1"/>
            <p:nvPr/>
          </p:nvSpPr>
          <p:spPr>
            <a:xfrm>
              <a:off x="381000" y="2286000"/>
              <a:ext cx="1101725"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Process</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13" name="Shape 113"/>
            <p:cNvCxnSpPr/>
            <p:nvPr/>
          </p:nvCxnSpPr>
          <p:spPr>
            <a:xfrm>
              <a:off x="1524000" y="2514600"/>
              <a:ext cx="609599" cy="0"/>
            </a:xfrm>
            <a:prstGeom prst="straightConnector1">
              <a:avLst/>
            </a:prstGeom>
            <a:noFill/>
            <a:ln w="76200" cap="rnd" cmpd="sng">
              <a:solidFill>
                <a:srgbClr val="CC0000"/>
              </a:solidFill>
              <a:prstDash val="solid"/>
              <a:miter/>
              <a:headEnd type="none" w="med" len="med"/>
              <a:tailEnd type="triangle" w="med" len="med"/>
            </a:ln>
          </p:spPr>
        </p:cxnSp>
      </p:grpSp>
      <p:grpSp>
        <p:nvGrpSpPr>
          <p:cNvPr id="114" name="Shape 114"/>
          <p:cNvGrpSpPr/>
          <p:nvPr/>
        </p:nvGrpSpPr>
        <p:grpSpPr>
          <a:xfrm>
            <a:off x="152400" y="3352800"/>
            <a:ext cx="1981199" cy="469899"/>
            <a:chOff x="152400" y="3352800"/>
            <a:chExt cx="1981199" cy="469899"/>
          </a:xfrm>
        </p:grpSpPr>
        <p:sp>
          <p:nvSpPr>
            <p:cNvPr id="115" name="Shape 115"/>
            <p:cNvSpPr txBox="1"/>
            <p:nvPr/>
          </p:nvSpPr>
          <p:spPr>
            <a:xfrm>
              <a:off x="152400" y="3352800"/>
              <a:ext cx="1371599"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Data flow</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16" name="Shape 116"/>
            <p:cNvCxnSpPr/>
            <p:nvPr/>
          </p:nvCxnSpPr>
          <p:spPr>
            <a:xfrm>
              <a:off x="1524000" y="3581400"/>
              <a:ext cx="609599" cy="0"/>
            </a:xfrm>
            <a:prstGeom prst="straightConnector1">
              <a:avLst/>
            </a:prstGeom>
            <a:noFill/>
            <a:ln w="76200" cap="rnd" cmpd="sng">
              <a:solidFill>
                <a:srgbClr val="CC0000"/>
              </a:solidFill>
              <a:prstDash val="solid"/>
              <a:miter/>
              <a:headEnd type="none" w="med" len="med"/>
              <a:tailEnd type="triangle" w="med" len="med"/>
            </a:ln>
          </p:spPr>
        </p:cxnSp>
      </p:grpSp>
      <p:grpSp>
        <p:nvGrpSpPr>
          <p:cNvPr id="117" name="Shape 117"/>
          <p:cNvGrpSpPr/>
          <p:nvPr/>
        </p:nvGrpSpPr>
        <p:grpSpPr>
          <a:xfrm>
            <a:off x="152400" y="4419600"/>
            <a:ext cx="1981199" cy="469899"/>
            <a:chOff x="152400" y="4419600"/>
            <a:chExt cx="1981199" cy="469899"/>
          </a:xfrm>
        </p:grpSpPr>
        <p:sp>
          <p:nvSpPr>
            <p:cNvPr id="118" name="Shape 118"/>
            <p:cNvSpPr txBox="1"/>
            <p:nvPr/>
          </p:nvSpPr>
          <p:spPr>
            <a:xfrm>
              <a:off x="152400" y="4419600"/>
              <a:ext cx="1428749"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Data store</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19" name="Shape 119"/>
            <p:cNvCxnSpPr/>
            <p:nvPr/>
          </p:nvCxnSpPr>
          <p:spPr>
            <a:xfrm>
              <a:off x="1600200" y="4648200"/>
              <a:ext cx="533399" cy="0"/>
            </a:xfrm>
            <a:prstGeom prst="straightConnector1">
              <a:avLst/>
            </a:prstGeom>
            <a:noFill/>
            <a:ln w="76200" cap="rnd" cmpd="sng">
              <a:solidFill>
                <a:srgbClr val="CC0000"/>
              </a:solidFill>
              <a:prstDash val="solid"/>
              <a:miter/>
              <a:headEnd type="none" w="med" len="med"/>
              <a:tailEnd type="triangle" w="med" len="med"/>
            </a:ln>
          </p:spPr>
        </p:cxnSp>
      </p:grpSp>
      <p:grpSp>
        <p:nvGrpSpPr>
          <p:cNvPr id="120" name="Shape 120"/>
          <p:cNvGrpSpPr/>
          <p:nvPr/>
        </p:nvGrpSpPr>
        <p:grpSpPr>
          <a:xfrm>
            <a:off x="304800" y="5334000"/>
            <a:ext cx="1828799" cy="835025"/>
            <a:chOff x="304800" y="5334000"/>
            <a:chExt cx="1828799" cy="835025"/>
          </a:xfrm>
        </p:grpSpPr>
        <p:sp>
          <p:nvSpPr>
            <p:cNvPr id="121" name="Shape 121"/>
            <p:cNvSpPr txBox="1"/>
            <p:nvPr/>
          </p:nvSpPr>
          <p:spPr>
            <a:xfrm>
              <a:off x="304800" y="5334000"/>
              <a:ext cx="1203324" cy="835025"/>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External</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entity</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22" name="Shape 122"/>
            <p:cNvCxnSpPr/>
            <p:nvPr/>
          </p:nvCxnSpPr>
          <p:spPr>
            <a:xfrm>
              <a:off x="1524000" y="5715000"/>
              <a:ext cx="609599" cy="0"/>
            </a:xfrm>
            <a:prstGeom prst="straightConnector1">
              <a:avLst/>
            </a:prstGeom>
            <a:noFill/>
            <a:ln w="76200" cap="rnd" cmpd="sng">
              <a:solidFill>
                <a:srgbClr val="CC0000"/>
              </a:solidFill>
              <a:prstDash val="solid"/>
              <a:miter/>
              <a:headEnd type="none" w="med" len="med"/>
              <a:tailEnd type="triangl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7" name="Shape 127"/>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28" name="Shape 128"/>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29" name="Shape 129"/>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Using a DFD to Define Business Processes</a:t>
            </a:r>
            <a:endParaRPr lang="en-US" sz="3600" b="1" i="0" u="none" strike="noStrike" cap="none">
              <a:solidFill>
                <a:srgbClr val="333399"/>
              </a:solidFill>
              <a:latin typeface="Arimo"/>
              <a:ea typeface="Arimo"/>
              <a:cs typeface="Arimo"/>
              <a:sym typeface="Arimo"/>
            </a:endParaRPr>
          </a:p>
        </p:txBody>
      </p:sp>
      <p:sp>
        <p:nvSpPr>
          <p:cNvPr id="130" name="Shape 130"/>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dirty="0">
                <a:solidFill>
                  <a:srgbClr val="333399"/>
                </a:solidFill>
                <a:latin typeface="Arimo"/>
                <a:ea typeface="Arimo"/>
                <a:cs typeface="Arimo"/>
                <a:sym typeface="Arimo"/>
              </a:rPr>
              <a:t>Business processes are too complex to be shown on a single DFD</a:t>
            </a:r>
            <a:endParaRPr lang="en-US" sz="3200" b="0" i="0" u="none" strike="noStrike" cap="none" dirty="0">
              <a:solidFill>
                <a:srgbClr val="333399"/>
              </a:solidFill>
              <a:latin typeface="Arimo"/>
              <a:ea typeface="Arimo"/>
              <a:cs typeface="Arimo"/>
              <a:sym typeface="Arimo"/>
            </a:endParaRPr>
          </a:p>
          <a:p>
            <a:pPr indent="-342900">
              <a:buClr>
                <a:srgbClr val="CC0000"/>
              </a:buClr>
              <a:buSzPct val="100000"/>
            </a:pPr>
            <a:r>
              <a:rPr lang="en-US" sz="3200" b="0" i="1" u="none" strike="noStrike" cap="none" dirty="0">
                <a:solidFill>
                  <a:srgbClr val="CC0000"/>
                </a:solidFill>
                <a:latin typeface="Arimo"/>
                <a:ea typeface="Arimo"/>
                <a:cs typeface="Arimo"/>
                <a:sym typeface="Arimo"/>
              </a:rPr>
              <a:t>Decomposition</a:t>
            </a:r>
            <a:r>
              <a:rPr lang="en-US" sz="3200" b="0" i="0" u="none" strike="noStrike" cap="none" dirty="0">
                <a:solidFill>
                  <a:srgbClr val="333399"/>
                </a:solidFill>
                <a:latin typeface="Arimo"/>
                <a:ea typeface="Arimo"/>
                <a:cs typeface="Arimo"/>
                <a:sym typeface="Arimo"/>
              </a:rPr>
              <a:t> </a:t>
            </a:r>
            <a:r>
              <a:rPr lang="en-US" sz="3200" dirty="0">
                <a:solidFill>
                  <a:srgbClr val="333399"/>
                </a:solidFill>
                <a:latin typeface="Arimo"/>
              </a:rPr>
              <a:t>means breaking big processes into smaller, clearer processes in a series of DFD levels.</a:t>
            </a:r>
            <a:endParaRPr lang="en-US" sz="3200" dirty="0">
              <a:solidFill>
                <a:srgbClr val="333399"/>
              </a:solidFill>
              <a:latin typeface="Arimo"/>
            </a:endParaRPr>
          </a:p>
          <a:p>
            <a:pPr lvl="1" indent="-342900">
              <a:spcBef>
                <a:spcPts val="720"/>
              </a:spcBef>
              <a:buClr>
                <a:srgbClr val="CC0000"/>
              </a:buClr>
              <a:buSzPct val="100000"/>
            </a:pPr>
            <a:r>
              <a:rPr lang="en-US" sz="3200" b="0" i="0" u="none" strike="noStrike" cap="none" dirty="0">
                <a:solidFill>
                  <a:srgbClr val="333399"/>
                </a:solidFill>
                <a:latin typeface="Arimo"/>
                <a:ea typeface="Arimo"/>
                <a:cs typeface="Arimo"/>
                <a:sym typeface="Arimo"/>
              </a:rPr>
              <a:t>Is the process of representing the system in a hierarchy of DFD diagrams</a:t>
            </a:r>
            <a:endParaRPr lang="en-US" sz="3200" b="0" i="0" u="none" strike="noStrike" cap="none" dirty="0">
              <a:solidFill>
                <a:srgbClr val="333399"/>
              </a:solidFill>
              <a:latin typeface="Arimo"/>
              <a:ea typeface="Arimo"/>
              <a:cs typeface="Arimo"/>
              <a:sym typeface="Arimo"/>
            </a:endParaRPr>
          </a:p>
          <a:p>
            <a:pPr marL="742950" marR="0" lvl="1" indent="-285750" algn="l" rtl="0">
              <a:lnSpc>
                <a:spcPct val="100000"/>
              </a:lnSpc>
              <a:spcBef>
                <a:spcPts val="640"/>
              </a:spcBef>
              <a:spcAft>
                <a:spcPts val="0"/>
              </a:spcAft>
              <a:buClr>
                <a:srgbClr val="333399"/>
              </a:buClr>
              <a:buSzPct val="100000"/>
              <a:buFont typeface="Arimo"/>
              <a:buChar char="•"/>
            </a:pPr>
            <a:r>
              <a:rPr lang="en-US" sz="3200" b="0" i="0" u="none" strike="noStrike" cap="none" dirty="0">
                <a:solidFill>
                  <a:srgbClr val="333399"/>
                </a:solidFill>
                <a:latin typeface="Arimo"/>
                <a:ea typeface="Arimo"/>
                <a:cs typeface="Arimo"/>
                <a:sym typeface="Arimo"/>
              </a:rPr>
              <a:t>Child diagrams show a portion of the parent diagram in greater detail</a:t>
            </a:r>
            <a:endParaRPr lang="en-US" sz="3200" b="0" i="0" u="none" strike="noStrike" cap="none" dirty="0">
              <a:solidFill>
                <a:srgbClr val="333399"/>
              </a:solidFill>
              <a:latin typeface="Arimo"/>
              <a:ea typeface="Arimo"/>
              <a:cs typeface="Arimo"/>
              <a:sym typeface="Arim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Shape 135"/>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36" name="Shape 136"/>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37" name="Shape 137"/>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Key Definition</a:t>
            </a:r>
            <a:endParaRPr lang="en-US" sz="3600" b="1" i="0" u="none" strike="noStrike" cap="none">
              <a:solidFill>
                <a:srgbClr val="333399"/>
              </a:solidFill>
              <a:latin typeface="Arimo"/>
              <a:ea typeface="Arimo"/>
              <a:cs typeface="Arimo"/>
              <a:sym typeface="Arimo"/>
            </a:endParaRPr>
          </a:p>
        </p:txBody>
      </p:sp>
      <p:sp>
        <p:nvSpPr>
          <p:cNvPr id="138" name="Shape 138"/>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66FF"/>
              </a:buClr>
              <a:buSzPct val="100000"/>
              <a:buFont typeface="Arimo"/>
              <a:buChar char="•"/>
            </a:pPr>
            <a:r>
              <a:rPr lang="en-US" sz="3600" b="0" i="1" u="none" strike="noStrike" cap="none">
                <a:solidFill>
                  <a:srgbClr val="3366FF"/>
                </a:solidFill>
                <a:latin typeface="Arimo"/>
                <a:ea typeface="Arimo"/>
                <a:cs typeface="Arimo"/>
                <a:sym typeface="Arimo"/>
              </a:rPr>
              <a:t>Balancing </a:t>
            </a:r>
            <a:r>
              <a:rPr lang="en-US" sz="3600" b="0" i="0" u="none" strike="noStrike" cap="none">
                <a:solidFill>
                  <a:srgbClr val="333399"/>
                </a:solidFill>
                <a:latin typeface="Arimo"/>
                <a:ea typeface="Arimo"/>
                <a:cs typeface="Arimo"/>
                <a:sym typeface="Arimo"/>
              </a:rPr>
              <a:t>involves insuring that information presented at one level of a DFD is accurately represented in the next level DFD.</a:t>
            </a:r>
            <a:endParaRPr lang="en-US" sz="3600" b="0" i="0" u="none" strike="noStrike" cap="none">
              <a:solidFill>
                <a:srgbClr val="333399"/>
              </a:solidFill>
              <a:latin typeface="Arimo"/>
              <a:ea typeface="Arimo"/>
              <a:cs typeface="Arimo"/>
              <a:sym typeface="Arim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
        <p:cNvGrpSpPr/>
        <p:nvPr/>
      </p:nvGrpSpPr>
      <p:grpSpPr>
        <a:xfrm>
          <a:off x="0" y="0"/>
          <a:ext cx="0" cy="0"/>
          <a:chOff x="0" y="0"/>
          <a:chExt cx="0" cy="0"/>
        </a:xfrm>
      </p:grpSpPr>
      <p:sp>
        <p:nvSpPr>
          <p:cNvPr id="143" name="Shape 143"/>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44" name="Shape 144"/>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45" name="Shape 145"/>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Relationship among Levels of DFDs</a:t>
            </a:r>
            <a:endParaRPr lang="en-US" sz="3600" b="1" i="0" u="none" strike="noStrike" cap="none">
              <a:solidFill>
                <a:srgbClr val="333399"/>
              </a:solidFill>
              <a:latin typeface="Arimo"/>
              <a:ea typeface="Arimo"/>
              <a:cs typeface="Arimo"/>
              <a:sym typeface="Arimo"/>
            </a:endParaRPr>
          </a:p>
        </p:txBody>
      </p:sp>
      <p:grpSp>
        <p:nvGrpSpPr>
          <p:cNvPr id="146" name="Shape 146"/>
          <p:cNvGrpSpPr/>
          <p:nvPr/>
        </p:nvGrpSpPr>
        <p:grpSpPr>
          <a:xfrm>
            <a:off x="152400" y="1676400"/>
            <a:ext cx="3047999" cy="469899"/>
            <a:chOff x="152400" y="1676400"/>
            <a:chExt cx="3047999" cy="469899"/>
          </a:xfrm>
        </p:grpSpPr>
        <p:sp>
          <p:nvSpPr>
            <p:cNvPr id="147" name="Shape 147"/>
            <p:cNvSpPr txBox="1"/>
            <p:nvPr/>
          </p:nvSpPr>
          <p:spPr>
            <a:xfrm>
              <a:off x="152400" y="1676400"/>
              <a:ext cx="2163761"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Context diagram</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48" name="Shape 148"/>
            <p:cNvCxnSpPr/>
            <p:nvPr/>
          </p:nvCxnSpPr>
          <p:spPr>
            <a:xfrm>
              <a:off x="2362200" y="1905000"/>
              <a:ext cx="838199" cy="0"/>
            </a:xfrm>
            <a:prstGeom prst="straightConnector1">
              <a:avLst/>
            </a:prstGeom>
            <a:noFill/>
            <a:ln w="76200" cap="rnd" cmpd="sng">
              <a:solidFill>
                <a:srgbClr val="CC0000"/>
              </a:solidFill>
              <a:prstDash val="solid"/>
              <a:miter/>
              <a:headEnd type="none" w="med" len="med"/>
              <a:tailEnd type="triangle" w="med" len="med"/>
            </a:ln>
          </p:spPr>
        </p:cxnSp>
      </p:grpSp>
      <p:grpSp>
        <p:nvGrpSpPr>
          <p:cNvPr id="149" name="Shape 149"/>
          <p:cNvGrpSpPr/>
          <p:nvPr/>
        </p:nvGrpSpPr>
        <p:grpSpPr>
          <a:xfrm>
            <a:off x="152400" y="2590800"/>
            <a:ext cx="3047999" cy="469899"/>
            <a:chOff x="152400" y="1676400"/>
            <a:chExt cx="3047999" cy="469899"/>
          </a:xfrm>
        </p:grpSpPr>
        <p:sp>
          <p:nvSpPr>
            <p:cNvPr id="150" name="Shape 150"/>
            <p:cNvSpPr txBox="1"/>
            <p:nvPr/>
          </p:nvSpPr>
          <p:spPr>
            <a:xfrm>
              <a:off x="152400" y="1676400"/>
              <a:ext cx="2152649"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Level 0 diagram </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51" name="Shape 151"/>
            <p:cNvCxnSpPr/>
            <p:nvPr/>
          </p:nvCxnSpPr>
          <p:spPr>
            <a:xfrm>
              <a:off x="2362200" y="1905000"/>
              <a:ext cx="838199" cy="0"/>
            </a:xfrm>
            <a:prstGeom prst="straightConnector1">
              <a:avLst/>
            </a:prstGeom>
            <a:noFill/>
            <a:ln w="76200" cap="rnd" cmpd="sng">
              <a:solidFill>
                <a:srgbClr val="CC0000"/>
              </a:solidFill>
              <a:prstDash val="solid"/>
              <a:miter/>
              <a:headEnd type="none" w="med" len="med"/>
              <a:tailEnd type="triangle" w="med" len="med"/>
            </a:ln>
          </p:spPr>
        </p:cxnSp>
      </p:grpSp>
      <p:grpSp>
        <p:nvGrpSpPr>
          <p:cNvPr id="152" name="Shape 152"/>
          <p:cNvGrpSpPr/>
          <p:nvPr/>
        </p:nvGrpSpPr>
        <p:grpSpPr>
          <a:xfrm>
            <a:off x="152400" y="3657600"/>
            <a:ext cx="3047999" cy="469899"/>
            <a:chOff x="152400" y="1676400"/>
            <a:chExt cx="3047999" cy="469899"/>
          </a:xfrm>
        </p:grpSpPr>
        <p:sp>
          <p:nvSpPr>
            <p:cNvPr id="153" name="Shape 153"/>
            <p:cNvSpPr txBox="1"/>
            <p:nvPr/>
          </p:nvSpPr>
          <p:spPr>
            <a:xfrm>
              <a:off x="152400" y="1676400"/>
              <a:ext cx="2152649"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Level 1 diagram </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54" name="Shape 154"/>
            <p:cNvCxnSpPr/>
            <p:nvPr/>
          </p:nvCxnSpPr>
          <p:spPr>
            <a:xfrm>
              <a:off x="2362200" y="1905000"/>
              <a:ext cx="838199" cy="0"/>
            </a:xfrm>
            <a:prstGeom prst="straightConnector1">
              <a:avLst/>
            </a:prstGeom>
            <a:noFill/>
            <a:ln w="76200" cap="rnd" cmpd="sng">
              <a:solidFill>
                <a:srgbClr val="CC0000"/>
              </a:solidFill>
              <a:prstDash val="solid"/>
              <a:miter/>
              <a:headEnd type="none" w="med" len="med"/>
              <a:tailEnd type="triangle" w="med" len="med"/>
            </a:ln>
          </p:spPr>
        </p:cxnSp>
      </p:grpSp>
      <p:grpSp>
        <p:nvGrpSpPr>
          <p:cNvPr id="155" name="Shape 155"/>
          <p:cNvGrpSpPr/>
          <p:nvPr/>
        </p:nvGrpSpPr>
        <p:grpSpPr>
          <a:xfrm>
            <a:off x="152400" y="4876800"/>
            <a:ext cx="3047999" cy="469899"/>
            <a:chOff x="152400" y="1676400"/>
            <a:chExt cx="3047999" cy="469899"/>
          </a:xfrm>
        </p:grpSpPr>
        <p:sp>
          <p:nvSpPr>
            <p:cNvPr id="156" name="Shape 156"/>
            <p:cNvSpPr txBox="1"/>
            <p:nvPr/>
          </p:nvSpPr>
          <p:spPr>
            <a:xfrm>
              <a:off x="152400" y="1676400"/>
              <a:ext cx="2152649" cy="469899"/>
            </a:xfrm>
            <a:prstGeom prst="rect">
              <a:avLst/>
            </a:prstGeom>
            <a:noFill/>
            <a:ln w="12700" cap="rnd" cmpd="sng">
              <a:solidFill>
                <a:srgbClr val="CC0000"/>
              </a:solidFill>
              <a:prstDash val="solid"/>
              <a:miter/>
              <a:headEnd type="none" w="med" len="med"/>
              <a:tailEnd type="none" w="med" len="med"/>
            </a:ln>
          </p:spPr>
          <p:txBody>
            <a:bodyPr lIns="91425" tIns="45700" rIns="91425" bIns="45700" anchor="t" anchorCtr="0">
              <a:noAutofit/>
            </a:bodyPr>
            <a:lstStyle/>
            <a:p>
              <a:pPr marL="0" marR="0" lvl="0" indent="0" algn="l" rtl="0">
                <a:lnSpc>
                  <a:spcPct val="100000"/>
                </a:lnSpc>
                <a:spcBef>
                  <a:spcPts val="0"/>
                </a:spcBef>
                <a:spcAft>
                  <a:spcPts val="0"/>
                </a:spcAft>
                <a:buClr>
                  <a:srgbClr val="CC0000"/>
                </a:buClr>
                <a:buSzPct val="25000"/>
                <a:buFont typeface="Garamond" panose="02020404030301010803"/>
                <a:buNone/>
              </a:pPr>
              <a:r>
                <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rPr>
                <a:t>Level 2 diagram </a:t>
              </a:r>
              <a:endParaRPr lang="en-US" sz="2400" b="0" i="0" u="none" strike="noStrike" cap="none">
                <a:solidFill>
                  <a:srgbClr val="CC0000"/>
                </a:solidFill>
                <a:latin typeface="Garamond" panose="02020404030301010803"/>
                <a:ea typeface="Garamond" panose="02020404030301010803"/>
                <a:cs typeface="Garamond" panose="02020404030301010803"/>
                <a:sym typeface="Garamond" panose="02020404030301010803"/>
              </a:endParaRPr>
            </a:p>
          </p:txBody>
        </p:sp>
        <p:cxnSp>
          <p:nvCxnSpPr>
            <p:cNvPr id="157" name="Shape 157"/>
            <p:cNvCxnSpPr/>
            <p:nvPr/>
          </p:nvCxnSpPr>
          <p:spPr>
            <a:xfrm>
              <a:off x="2362200" y="1905000"/>
              <a:ext cx="838199" cy="0"/>
            </a:xfrm>
            <a:prstGeom prst="straightConnector1">
              <a:avLst/>
            </a:prstGeom>
            <a:noFill/>
            <a:ln w="76200" cap="rnd" cmpd="sng">
              <a:solidFill>
                <a:srgbClr val="CC0000"/>
              </a:solidFill>
              <a:prstDash val="solid"/>
              <a:miter/>
              <a:headEnd type="none" w="med" len="med"/>
              <a:tailEnd type="triangle" w="med" len="med"/>
            </a:ln>
          </p:spPr>
        </p:cxnSp>
      </p:grpSp>
      <p:pic>
        <p:nvPicPr>
          <p:cNvPr id="158" name="Shape 158"/>
          <p:cNvPicPr preferRelativeResize="0"/>
          <p:nvPr/>
        </p:nvPicPr>
        <p:blipFill rotWithShape="1">
          <a:blip r:embed="rId1"/>
          <a:srcRect l="21568" t="12878" r="20588" b="13635"/>
          <a:stretch>
            <a:fillRect/>
          </a:stretch>
        </p:blipFill>
        <p:spPr>
          <a:xfrm>
            <a:off x="3322637" y="1600200"/>
            <a:ext cx="4449761" cy="4572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
        <p:cNvGrpSpPr/>
        <p:nvPr/>
      </p:nvGrpSpPr>
      <p:grpSpPr>
        <a:xfrm>
          <a:off x="0" y="0"/>
          <a:ext cx="0" cy="0"/>
          <a:chOff x="0" y="0"/>
          <a:chExt cx="0" cy="0"/>
        </a:xfrm>
      </p:grpSpPr>
      <p:sp>
        <p:nvSpPr>
          <p:cNvPr id="163" name="Shape 163"/>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64" name="Shape 164"/>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65" name="Shape 165"/>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Context Diagram</a:t>
            </a:r>
            <a:endParaRPr lang="en-US" sz="3600" b="1" i="0" u="none" strike="noStrike" cap="none">
              <a:solidFill>
                <a:srgbClr val="333399"/>
              </a:solidFill>
              <a:latin typeface="Arimo"/>
              <a:ea typeface="Arimo"/>
              <a:cs typeface="Arimo"/>
              <a:sym typeface="Arimo"/>
            </a:endParaRPr>
          </a:p>
        </p:txBody>
      </p:sp>
      <p:sp>
        <p:nvSpPr>
          <p:cNvPr id="166" name="Shape 166"/>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First DFD in every business process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Shows the context into which the business process fits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Shows the overall business process as just </a:t>
            </a:r>
            <a:r>
              <a:rPr lang="en-US" sz="3200" b="1" i="1" u="none" strike="noStrike" cap="none">
                <a:solidFill>
                  <a:srgbClr val="3366FF"/>
                </a:solidFill>
                <a:latin typeface="Arimo"/>
                <a:ea typeface="Arimo"/>
                <a:cs typeface="Arimo"/>
                <a:sym typeface="Arimo"/>
              </a:rPr>
              <a:t>one</a:t>
            </a:r>
            <a:r>
              <a:rPr lang="en-US" sz="3200" b="1" i="0" u="none" strike="noStrike" cap="none">
                <a:solidFill>
                  <a:srgbClr val="3366FF"/>
                </a:solidFill>
                <a:latin typeface="Arimo"/>
                <a:ea typeface="Arimo"/>
                <a:cs typeface="Arimo"/>
                <a:sym typeface="Arimo"/>
              </a:rPr>
              <a:t> </a:t>
            </a:r>
            <a:r>
              <a:rPr lang="en-US" sz="3200" b="0" i="0" u="none" strike="noStrike" cap="none">
                <a:solidFill>
                  <a:srgbClr val="333399"/>
                </a:solidFill>
                <a:latin typeface="Arimo"/>
                <a:ea typeface="Arimo"/>
                <a:cs typeface="Arimo"/>
                <a:sym typeface="Arimo"/>
              </a:rPr>
              <a:t>process (process 0)</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Shows all the external entities that receive information from or contribute information to the system</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0"/>
        <p:cNvGrpSpPr/>
        <p:nvPr/>
      </p:nvGrpSpPr>
      <p:grpSpPr>
        <a:xfrm>
          <a:off x="0" y="0"/>
          <a:ext cx="0" cy="0"/>
          <a:chOff x="0" y="0"/>
          <a:chExt cx="0" cy="0"/>
        </a:xfrm>
      </p:grpSpPr>
      <p:sp>
        <p:nvSpPr>
          <p:cNvPr id="171" name="Shape 171"/>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72" name="Shape 172"/>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73" name="Shape 173"/>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Level 0 Diagram</a:t>
            </a:r>
            <a:endParaRPr lang="en-US" sz="3600" b="1" i="0" u="none" strike="noStrike" cap="none">
              <a:solidFill>
                <a:srgbClr val="333399"/>
              </a:solidFill>
              <a:latin typeface="Arimo"/>
              <a:ea typeface="Arimo"/>
              <a:cs typeface="Arimo"/>
              <a:sym typeface="Arimo"/>
            </a:endParaRPr>
          </a:p>
        </p:txBody>
      </p:sp>
      <p:sp>
        <p:nvSpPr>
          <p:cNvPr id="174" name="Shape 174"/>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Shows all the major processes that comprise the overall system – the internal components of process 0</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Shows how the major processes are interrelated by data flows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Shows external entities and the major processes with which they interact</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Adds data stores</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8"/>
        <p:cNvGrpSpPr/>
        <p:nvPr/>
      </p:nvGrpSpPr>
      <p:grpSpPr>
        <a:xfrm>
          <a:off x="0" y="0"/>
          <a:ext cx="0" cy="0"/>
          <a:chOff x="0" y="0"/>
          <a:chExt cx="0" cy="0"/>
        </a:xfrm>
      </p:grpSpPr>
      <p:sp>
        <p:nvSpPr>
          <p:cNvPr id="179" name="Shape 179"/>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80" name="Shape 180"/>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81" name="Shape 181"/>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Level 1 Diagrams</a:t>
            </a:r>
            <a:endParaRPr lang="en-US" sz="3600" b="1" i="0" u="none" strike="noStrike" cap="none">
              <a:solidFill>
                <a:srgbClr val="333399"/>
              </a:solidFill>
              <a:latin typeface="Arimo"/>
              <a:ea typeface="Arimo"/>
              <a:cs typeface="Arimo"/>
              <a:sym typeface="Arimo"/>
            </a:endParaRPr>
          </a:p>
        </p:txBody>
      </p:sp>
      <p:sp>
        <p:nvSpPr>
          <p:cNvPr id="182" name="Shape 182"/>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Generally, one level 1 diagram is created for every major process on the level 0 diagram</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Shows all the internal processes that comprise a single process on the level 0 diagram</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Shows how information moves from and to each of these processes</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If a parent process is decomposed into, for example, three child processes, these three child processes wholly and completely make up the parent process </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
        <p:cNvGrpSpPr/>
        <p:nvPr/>
      </p:nvGrpSpPr>
      <p:grpSpPr>
        <a:xfrm>
          <a:off x="0" y="0"/>
          <a:ext cx="0" cy="0"/>
          <a:chOff x="0" y="0"/>
          <a:chExt cx="0" cy="0"/>
        </a:xfrm>
      </p:grpSpPr>
      <p:sp>
        <p:nvSpPr>
          <p:cNvPr id="187" name="Shape 187"/>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88" name="Shape 188"/>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89" name="Shape 189"/>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Level 2 Diagrams</a:t>
            </a:r>
            <a:endParaRPr lang="en-US" sz="3200" b="1" i="0" u="none" strike="noStrike" cap="none">
              <a:solidFill>
                <a:srgbClr val="333399"/>
              </a:solidFill>
              <a:latin typeface="Arimo"/>
              <a:ea typeface="Arimo"/>
              <a:cs typeface="Arimo"/>
              <a:sym typeface="Arimo"/>
            </a:endParaRPr>
          </a:p>
        </p:txBody>
      </p:sp>
      <p:sp>
        <p:nvSpPr>
          <p:cNvPr id="190" name="Shape 190"/>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Shows all processes that comprise a single process on the level 1 diagram</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Shows how information moves from and to each of these processes</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Level 2 diagrams may not be needed for all level 1 processes</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Correctly numbering each process helps the user understand where the process fits into the overall system</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4"/>
        <p:cNvGrpSpPr/>
        <p:nvPr/>
      </p:nvGrpSpPr>
      <p:grpSpPr>
        <a:xfrm>
          <a:off x="0" y="0"/>
          <a:ext cx="0" cy="0"/>
          <a:chOff x="0" y="0"/>
          <a:chExt cx="0" cy="0"/>
        </a:xfrm>
      </p:grpSpPr>
      <p:sp>
        <p:nvSpPr>
          <p:cNvPr id="195" name="Shape 195"/>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96" name="Shape 196"/>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197" name="Shape 197"/>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Alternative Data Flows</a:t>
            </a:r>
            <a:endParaRPr lang="en-US" sz="3600" b="1" i="0" u="none" strike="noStrike" cap="none">
              <a:solidFill>
                <a:srgbClr val="333399"/>
              </a:solidFill>
              <a:latin typeface="Arimo"/>
              <a:ea typeface="Arimo"/>
              <a:cs typeface="Arimo"/>
              <a:sym typeface="Arimo"/>
            </a:endParaRPr>
          </a:p>
        </p:txBody>
      </p:sp>
      <p:sp>
        <p:nvSpPr>
          <p:cNvPr id="198" name="Shape 198"/>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0" i="0" u="none" strike="noStrike" cap="none" dirty="0">
                <a:solidFill>
                  <a:srgbClr val="333399"/>
                </a:solidFill>
                <a:latin typeface="Arimo"/>
                <a:ea typeface="Arimo"/>
                <a:cs typeface="Arimo"/>
                <a:sym typeface="Arimo"/>
              </a:rPr>
              <a:t>Where a process can produce different data flows given different conditions</a:t>
            </a:r>
            <a:endParaRPr lang="en-US" sz="2800" b="0" i="0" u="none" strike="noStrike" cap="none" dirty="0">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dirty="0">
                <a:solidFill>
                  <a:srgbClr val="333399"/>
                </a:solidFill>
                <a:latin typeface="Arimo"/>
                <a:ea typeface="Arimo"/>
                <a:cs typeface="Arimo"/>
                <a:sym typeface="Arimo"/>
              </a:rPr>
              <a:t>We show both data flows and use the process description to explain why they are alternatives</a:t>
            </a:r>
            <a:endParaRPr lang="en-US" sz="2800" b="0" i="0" u="none" strike="noStrike" cap="none" dirty="0">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dirty="0">
                <a:solidFill>
                  <a:srgbClr val="333399"/>
                </a:solidFill>
                <a:latin typeface="Arimo"/>
                <a:ea typeface="Arimo"/>
                <a:cs typeface="Arimo"/>
                <a:sym typeface="Arimo"/>
              </a:rPr>
              <a:t>Tip -- alternative data flows often accompany processes with IF statements</a:t>
            </a:r>
            <a:endParaRPr lang="en-US" sz="2800" b="0" i="0" u="none" strike="noStrike" cap="none" dirty="0">
              <a:solidFill>
                <a:srgbClr val="333399"/>
              </a:solidFill>
              <a:latin typeface="Arimo"/>
              <a:ea typeface="Arimo"/>
              <a:cs typeface="Arimo"/>
              <a:sym typeface="Arim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2"/>
        <p:cNvGrpSpPr/>
        <p:nvPr/>
      </p:nvGrpSpPr>
      <p:grpSpPr>
        <a:xfrm>
          <a:off x="0" y="0"/>
          <a:ext cx="0" cy="0"/>
          <a:chOff x="0" y="0"/>
          <a:chExt cx="0" cy="0"/>
        </a:xfrm>
      </p:grpSpPr>
      <p:sp>
        <p:nvSpPr>
          <p:cNvPr id="203" name="Shape 203"/>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04" name="Shape 204"/>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05" name="Shape 205"/>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66FF"/>
              </a:buClr>
              <a:buSzPct val="25000"/>
              <a:buFont typeface="Arimo"/>
              <a:buNone/>
            </a:pPr>
            <a:r>
              <a:rPr lang="en-US" sz="3600" b="1" i="0" u="none" strike="noStrike" cap="none">
                <a:solidFill>
                  <a:srgbClr val="3366FF"/>
                </a:solidFill>
                <a:latin typeface="Arimo"/>
                <a:ea typeface="Arimo"/>
                <a:cs typeface="Arimo"/>
                <a:sym typeface="Arimo"/>
              </a:rPr>
              <a:t>Your Turn</a:t>
            </a:r>
            <a:endParaRPr lang="en-US" sz="3600" b="1" i="0" u="none" strike="noStrike" cap="none">
              <a:solidFill>
                <a:srgbClr val="3366FF"/>
              </a:solidFill>
              <a:latin typeface="Arimo"/>
              <a:ea typeface="Arimo"/>
              <a:cs typeface="Arimo"/>
              <a:sym typeface="Arimo"/>
            </a:endParaRPr>
          </a:p>
        </p:txBody>
      </p:sp>
      <p:sp>
        <p:nvSpPr>
          <p:cNvPr id="206" name="Shape 206"/>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14000"/>
              <a:buFont typeface="Arimo"/>
              <a:buChar char="•"/>
            </a:pPr>
            <a:r>
              <a:rPr lang="en-US" sz="2800" b="0" i="0" u="none" strike="noStrike" cap="none">
                <a:solidFill>
                  <a:srgbClr val="333399"/>
                </a:solidFill>
                <a:latin typeface="Arimo"/>
                <a:ea typeface="Arimo"/>
                <a:cs typeface="Arimo"/>
                <a:sym typeface="Arimo"/>
              </a:rPr>
              <a:t>At this point in the process it is easy to lose track of the “big picture”.</a:t>
            </a:r>
            <a:r>
              <a:rPr lang="en-US" sz="3200" b="0" i="0" u="none" strike="noStrike" cap="none">
                <a:solidFill>
                  <a:srgbClr val="333399"/>
                </a:solidFill>
                <a:latin typeface="Arimo"/>
                <a:ea typeface="Arimo"/>
                <a:cs typeface="Arimo"/>
                <a:sym typeface="Arimo"/>
              </a:rPr>
              <a:t> </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Describe the difference between data flows, data stores, and processes.  </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Describe in your own words the relationship between the DFD and the ultimate new application being developed.</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sp>
        <p:nvSpPr>
          <p:cNvPr id="211" name="Shape 211"/>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12" name="Shape 212"/>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13" name="Shape 213"/>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Process Descriptions</a:t>
            </a:r>
            <a:endParaRPr lang="en-US" sz="3600" b="1" i="0" u="none" strike="noStrike" cap="none">
              <a:solidFill>
                <a:srgbClr val="333399"/>
              </a:solidFill>
              <a:latin typeface="Arimo"/>
              <a:ea typeface="Arimo"/>
              <a:cs typeface="Arimo"/>
              <a:sym typeface="Arimo"/>
            </a:endParaRPr>
          </a:p>
        </p:txBody>
      </p:sp>
      <p:sp>
        <p:nvSpPr>
          <p:cNvPr id="214" name="Shape 214"/>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Text-based process descriptions provide more information about the process than the DFD alone</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If the logic underlying the process is quite complex, more detail may be needed in the form of</a:t>
            </a:r>
            <a:endParaRPr lang="en-US" sz="2800" b="0" i="0" u="none" strike="noStrike" cap="none">
              <a:solidFill>
                <a:srgbClr val="333399"/>
              </a:solidFill>
              <a:latin typeface="Arimo"/>
              <a:ea typeface="Arimo"/>
              <a:cs typeface="Arimo"/>
              <a:sym typeface="Arimo"/>
            </a:endParaRPr>
          </a:p>
          <a:p>
            <a:pPr marL="742950" marR="0" lvl="1" indent="-285750" algn="l" rtl="0">
              <a:lnSpc>
                <a:spcPct val="10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Structured English</a:t>
            </a:r>
            <a:endParaRPr lang="en-US" sz="2400" b="0" i="0" u="none" strike="noStrike" cap="none">
              <a:solidFill>
                <a:srgbClr val="333399"/>
              </a:solidFill>
              <a:latin typeface="Arimo"/>
              <a:ea typeface="Arimo"/>
              <a:cs typeface="Arimo"/>
              <a:sym typeface="Arimo"/>
            </a:endParaRPr>
          </a:p>
          <a:p>
            <a:pPr marL="742950" marR="0" lvl="1" indent="-285750" algn="l" rtl="0">
              <a:lnSpc>
                <a:spcPct val="10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Decision trees</a:t>
            </a:r>
            <a:endParaRPr lang="en-US" sz="2400" b="0" i="0" u="none" strike="noStrike" cap="none">
              <a:solidFill>
                <a:srgbClr val="333399"/>
              </a:solidFill>
              <a:latin typeface="Arimo"/>
              <a:ea typeface="Arimo"/>
              <a:cs typeface="Arimo"/>
              <a:sym typeface="Arimo"/>
            </a:endParaRPr>
          </a:p>
          <a:p>
            <a:pPr marL="742950" marR="0" lvl="1" indent="-285750" algn="l" rtl="0">
              <a:lnSpc>
                <a:spcPct val="10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Decision tables</a:t>
            </a:r>
            <a:endParaRPr lang="en-US" sz="2400" b="0" i="0" u="none" strike="noStrike" cap="none">
              <a:solidFill>
                <a:srgbClr val="333399"/>
              </a:solidFill>
              <a:latin typeface="Arimo"/>
              <a:ea typeface="Arimo"/>
              <a:cs typeface="Arimo"/>
              <a:sym typeface="Arim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
        <p:cNvGrpSpPr/>
        <p:nvPr/>
      </p:nvGrpSpPr>
      <p:grpSpPr>
        <a:xfrm>
          <a:off x="0" y="0"/>
          <a:ext cx="0" cy="0"/>
          <a:chOff x="0" y="0"/>
          <a:chExt cx="0" cy="0"/>
        </a:xfrm>
      </p:grpSpPr>
      <p:sp>
        <p:nvSpPr>
          <p:cNvPr id="220" name="Shape 220"/>
          <p:cNvSpPr txBox="1">
            <a:spLocks noGrp="1"/>
          </p:cNvSpPr>
          <p:nvPr>
            <p:ph type="ctrTitle"/>
          </p:nvPr>
        </p:nvSpPr>
        <p:spPr>
          <a:xfrm>
            <a:off x="990600" y="1600200"/>
            <a:ext cx="7467600" cy="1295400"/>
          </a:xfrm>
          <a:prstGeom prst="rect">
            <a:avLst/>
          </a:prstGeom>
          <a:noFill/>
          <a:ln>
            <a:noFill/>
          </a:ln>
        </p:spPr>
        <p:txBody>
          <a:bodyPr lIns="92075" tIns="46025" rIns="92075" bIns="46025" anchor="ctr"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4400" b="1" i="0" u="none" strike="noStrike" cap="none">
                <a:solidFill>
                  <a:srgbClr val="333399"/>
                </a:solidFill>
                <a:latin typeface="Arimo"/>
                <a:ea typeface="Arimo"/>
                <a:cs typeface="Arimo"/>
                <a:sym typeface="Arimo"/>
              </a:rPr>
              <a:t>CREATING DATA FLOW DIAGRAMS</a:t>
            </a:r>
            <a:endParaRPr lang="en-US" sz="4400" b="1" i="0" u="none" strike="noStrike" cap="none">
              <a:solidFill>
                <a:srgbClr val="333399"/>
              </a:solidFill>
              <a:latin typeface="Arimo"/>
              <a:ea typeface="Arimo"/>
              <a:cs typeface="Arimo"/>
              <a:sym typeface="Arim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4"/>
        <p:cNvGrpSpPr/>
        <p:nvPr/>
      </p:nvGrpSpPr>
      <p:grpSpPr>
        <a:xfrm>
          <a:off x="0" y="0"/>
          <a:ext cx="0" cy="0"/>
          <a:chOff x="0" y="0"/>
          <a:chExt cx="0" cy="0"/>
        </a:xfrm>
      </p:grpSpPr>
      <p:sp>
        <p:nvSpPr>
          <p:cNvPr id="225" name="Shape 225"/>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26" name="Shape 226"/>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27" name="Shape 227"/>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Integrating Scenario Descriptions</a:t>
            </a:r>
            <a:endParaRPr lang="en-US" sz="3600" b="1" i="0" u="none" strike="noStrike" cap="none">
              <a:solidFill>
                <a:srgbClr val="333399"/>
              </a:solidFill>
              <a:latin typeface="Arimo"/>
              <a:ea typeface="Arimo"/>
              <a:cs typeface="Arimo"/>
              <a:sym typeface="Arimo"/>
            </a:endParaRPr>
          </a:p>
        </p:txBody>
      </p:sp>
      <p:sp>
        <p:nvSpPr>
          <p:cNvPr id="228" name="Shape 228"/>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DFDs start with the use cases and requirements definition</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Generally, the DFDs integrate the use cases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Names of use cases become processes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Inputs and outputs become data flows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“Small” data inputs and outputs are combined into a single flow</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Shape 233"/>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34" name="Shape 234"/>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35" name="Shape 235"/>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Steps in Building DFDs</a:t>
            </a:r>
            <a:endParaRPr lang="en-US" sz="3600" b="1" i="0" u="none" strike="noStrike" cap="none">
              <a:solidFill>
                <a:srgbClr val="333399"/>
              </a:solidFill>
              <a:latin typeface="Arimo"/>
              <a:ea typeface="Arimo"/>
              <a:cs typeface="Arimo"/>
              <a:sym typeface="Arimo"/>
            </a:endParaRPr>
          </a:p>
        </p:txBody>
      </p:sp>
      <p:sp>
        <p:nvSpPr>
          <p:cNvPr id="236" name="Shape 236"/>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Build the context diagram</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Create DFD fragments for each use case</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Organize DFD fragments into level 0 diagram</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Decompose level 0 processes into level 1 diagrams as needed; decompose level 1 processes into level 2 diagrams as needed; etc.</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Validate DFDs with user to ensure completeness and correctness</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0"/>
        <p:cNvGrpSpPr/>
        <p:nvPr/>
      </p:nvGrpSpPr>
      <p:grpSpPr>
        <a:xfrm>
          <a:off x="0" y="0"/>
          <a:ext cx="0" cy="0"/>
          <a:chOff x="0" y="0"/>
          <a:chExt cx="0" cy="0"/>
        </a:xfrm>
      </p:grpSpPr>
      <p:sp>
        <p:nvSpPr>
          <p:cNvPr id="241" name="Shape 241"/>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42" name="Shape 242"/>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43" name="Shape 243"/>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Creating the Context Diagram</a:t>
            </a:r>
            <a:endParaRPr lang="en-US" sz="3600" b="1" i="0" u="none" strike="noStrike" cap="none">
              <a:solidFill>
                <a:srgbClr val="333399"/>
              </a:solidFill>
              <a:latin typeface="Arimo"/>
              <a:ea typeface="Arimo"/>
              <a:cs typeface="Arimo"/>
              <a:sym typeface="Arimo"/>
            </a:endParaRPr>
          </a:p>
        </p:txBody>
      </p:sp>
      <p:sp>
        <p:nvSpPr>
          <p:cNvPr id="244" name="Shape 244"/>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Draw one process representing the entire system (process 0)</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Find all inputs and outputs listed at the top of the use cases that come from or go to external entities; draw as data flows</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Draw in external entities as the source or destination of the data flows</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8"/>
        <p:cNvGrpSpPr/>
        <p:nvPr/>
      </p:nvGrpSpPr>
      <p:grpSpPr>
        <a:xfrm>
          <a:off x="0" y="0"/>
          <a:ext cx="0" cy="0"/>
          <a:chOff x="0" y="0"/>
          <a:chExt cx="0" cy="0"/>
        </a:xfrm>
      </p:grpSpPr>
      <p:sp>
        <p:nvSpPr>
          <p:cNvPr id="249" name="Shape 249"/>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50" name="Shape 250"/>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51" name="Shape 251"/>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A Context Diagram Example</a:t>
            </a:r>
            <a:endParaRPr lang="en-US" sz="3600" b="1" i="0" u="none" strike="noStrike" cap="none">
              <a:solidFill>
                <a:srgbClr val="333399"/>
              </a:solidFill>
              <a:latin typeface="Arimo"/>
              <a:ea typeface="Arimo"/>
              <a:cs typeface="Arimo"/>
              <a:sym typeface="Arimo"/>
            </a:endParaRPr>
          </a:p>
        </p:txBody>
      </p:sp>
      <p:sp>
        <p:nvSpPr>
          <p:cNvPr id="252" name="Shape 252"/>
          <p:cNvSpPr txBox="1"/>
          <p:nvPr/>
        </p:nvSpPr>
        <p:spPr>
          <a:xfrm>
            <a:off x="2193925" y="2243136"/>
            <a:ext cx="18414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53" name="Shape 253"/>
          <p:cNvPicPr preferRelativeResize="0"/>
          <p:nvPr/>
        </p:nvPicPr>
        <p:blipFill rotWithShape="1">
          <a:blip r:embed="rId1"/>
          <a:srcRect l="21568" t="35606" r="21568" b="36363"/>
          <a:stretch>
            <a:fillRect/>
          </a:stretch>
        </p:blipFill>
        <p:spPr>
          <a:xfrm>
            <a:off x="2286000" y="2362200"/>
            <a:ext cx="4419599" cy="2819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7"/>
        <p:cNvGrpSpPr/>
        <p:nvPr/>
      </p:nvGrpSpPr>
      <p:grpSpPr>
        <a:xfrm>
          <a:off x="0" y="0"/>
          <a:ext cx="0" cy="0"/>
          <a:chOff x="0" y="0"/>
          <a:chExt cx="0" cy="0"/>
        </a:xfrm>
      </p:grpSpPr>
      <p:sp>
        <p:nvSpPr>
          <p:cNvPr id="258" name="Shape 258"/>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59" name="Shape 259"/>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60" name="Shape 260"/>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Creating DFD Fragments</a:t>
            </a:r>
            <a:endParaRPr lang="en-US" sz="3600" b="1" i="0" u="none" strike="noStrike" cap="none">
              <a:solidFill>
                <a:srgbClr val="333399"/>
              </a:solidFill>
              <a:latin typeface="Arimo"/>
              <a:ea typeface="Arimo"/>
              <a:cs typeface="Arimo"/>
              <a:sym typeface="Arimo"/>
            </a:endParaRPr>
          </a:p>
        </p:txBody>
      </p:sp>
      <p:sp>
        <p:nvSpPr>
          <p:cNvPr id="261" name="Shape 261"/>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Each use case is converted into one DFD fragment</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Number the process the same as the use case number</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Change process name into verb phrase</a:t>
            </a:r>
            <a:endParaRPr lang="en-US" sz="2800" b="0"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Design the processes from the viewpoint of the organization running the system</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5"/>
        <p:cNvGrpSpPr/>
        <p:nvPr/>
      </p:nvGrpSpPr>
      <p:grpSpPr>
        <a:xfrm>
          <a:off x="0" y="0"/>
          <a:ext cx="0" cy="0"/>
          <a:chOff x="0" y="0"/>
          <a:chExt cx="0" cy="0"/>
        </a:xfrm>
      </p:grpSpPr>
      <p:sp>
        <p:nvSpPr>
          <p:cNvPr id="266" name="Shape 266"/>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67" name="Shape 267"/>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68" name="Shape 268"/>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Creating DFD Fragments</a:t>
            </a:r>
            <a:endParaRPr lang="en-US" sz="3600" b="1" i="0" u="none" strike="noStrike" cap="none">
              <a:solidFill>
                <a:srgbClr val="333399"/>
              </a:solidFill>
              <a:latin typeface="Arimo"/>
              <a:ea typeface="Arimo"/>
              <a:cs typeface="Arimo"/>
              <a:sym typeface="Arimo"/>
            </a:endParaRPr>
          </a:p>
        </p:txBody>
      </p:sp>
      <p:sp>
        <p:nvSpPr>
          <p:cNvPr id="269" name="Shape 269"/>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Add data flows to show use of data stores as sources and destinations of data</a:t>
            </a:r>
            <a:endParaRPr lang="en-US" sz="3200" b="0" i="0" u="none" strike="noStrike" cap="none">
              <a:solidFill>
                <a:srgbClr val="333399"/>
              </a:solidFill>
              <a:latin typeface="Arimo"/>
              <a:ea typeface="Arimo"/>
              <a:cs typeface="Arimo"/>
              <a:sym typeface="Arimo"/>
            </a:endParaRPr>
          </a:p>
          <a:p>
            <a:pPr marL="342900" marR="0" lvl="0" indent="-34290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Layouts typically place</a:t>
            </a:r>
            <a:endParaRPr lang="en-US" sz="3200" b="0" i="0" u="none" strike="noStrike" cap="none">
              <a:solidFill>
                <a:srgbClr val="333399"/>
              </a:solidFill>
              <a:latin typeface="Arimo"/>
              <a:ea typeface="Arimo"/>
              <a:cs typeface="Arimo"/>
              <a:sym typeface="Arimo"/>
            </a:endParaRPr>
          </a:p>
          <a:p>
            <a:pPr marL="742950" marR="0" lvl="1" indent="-28575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processes in the center</a:t>
            </a:r>
            <a:endParaRPr lang="en-US" sz="3200" b="0" i="0" u="none" strike="noStrike" cap="none">
              <a:solidFill>
                <a:srgbClr val="333399"/>
              </a:solidFill>
              <a:latin typeface="Arimo"/>
              <a:ea typeface="Arimo"/>
              <a:cs typeface="Arimo"/>
              <a:sym typeface="Arimo"/>
            </a:endParaRPr>
          </a:p>
          <a:p>
            <a:pPr marL="742950" marR="0" lvl="1" indent="-28575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inputs from the left</a:t>
            </a:r>
            <a:endParaRPr lang="en-US" sz="3200" b="0" i="0" u="none" strike="noStrike" cap="none">
              <a:solidFill>
                <a:srgbClr val="333399"/>
              </a:solidFill>
              <a:latin typeface="Arimo"/>
              <a:ea typeface="Arimo"/>
              <a:cs typeface="Arimo"/>
              <a:sym typeface="Arimo"/>
            </a:endParaRPr>
          </a:p>
          <a:p>
            <a:pPr marL="742950" marR="0" lvl="1" indent="-28575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outputs to the right</a:t>
            </a:r>
            <a:endParaRPr lang="en-US" sz="3200" b="0" i="0" u="none" strike="noStrike" cap="none">
              <a:solidFill>
                <a:srgbClr val="333399"/>
              </a:solidFill>
              <a:latin typeface="Arimo"/>
              <a:ea typeface="Arimo"/>
              <a:cs typeface="Arimo"/>
              <a:sym typeface="Arimo"/>
            </a:endParaRPr>
          </a:p>
          <a:p>
            <a:pPr marL="742950" marR="0" lvl="1" indent="-28575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stores beneath the processes</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3"/>
        <p:cNvGrpSpPr/>
        <p:nvPr/>
      </p:nvGrpSpPr>
      <p:grpSpPr>
        <a:xfrm>
          <a:off x="0" y="0"/>
          <a:ext cx="0" cy="0"/>
          <a:chOff x="0" y="0"/>
          <a:chExt cx="0" cy="0"/>
        </a:xfrm>
      </p:grpSpPr>
      <p:sp>
        <p:nvSpPr>
          <p:cNvPr id="274" name="Shape 274"/>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75" name="Shape 275"/>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76" name="Shape 276"/>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A DFD Fragment Example</a:t>
            </a:r>
            <a:endParaRPr lang="en-US" sz="3600" b="1" i="0" u="none" strike="noStrike" cap="none">
              <a:solidFill>
                <a:srgbClr val="333399"/>
              </a:solidFill>
              <a:latin typeface="Arimo"/>
              <a:ea typeface="Arimo"/>
              <a:cs typeface="Arimo"/>
              <a:sym typeface="Arimo"/>
            </a:endParaRPr>
          </a:p>
        </p:txBody>
      </p:sp>
      <p:sp>
        <p:nvSpPr>
          <p:cNvPr id="277" name="Shape 277"/>
          <p:cNvSpPr txBox="1"/>
          <p:nvPr/>
        </p:nvSpPr>
        <p:spPr>
          <a:xfrm>
            <a:off x="2193925" y="2243136"/>
            <a:ext cx="18414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78" name="Shape 278"/>
          <p:cNvPicPr preferRelativeResize="0"/>
          <p:nvPr/>
        </p:nvPicPr>
        <p:blipFill rotWithShape="1">
          <a:blip r:embed="rId1"/>
          <a:srcRect l="27450" t="34091" r="26470" b="35606"/>
          <a:stretch>
            <a:fillRect/>
          </a:stretch>
        </p:blipFill>
        <p:spPr>
          <a:xfrm>
            <a:off x="2743200" y="2286000"/>
            <a:ext cx="3581399" cy="304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sp>
        <p:nvSpPr>
          <p:cNvPr id="283" name="Shape 283"/>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84" name="Shape 284"/>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85" name="Shape 285"/>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Creating the Level 0 Diagram</a:t>
            </a:r>
            <a:endParaRPr lang="en-US" sz="3600" b="1" i="0" u="none" strike="noStrike" cap="none">
              <a:solidFill>
                <a:srgbClr val="333399"/>
              </a:solidFill>
              <a:latin typeface="Arimo"/>
              <a:ea typeface="Arimo"/>
              <a:cs typeface="Arimo"/>
              <a:sym typeface="Arimo"/>
            </a:endParaRPr>
          </a:p>
        </p:txBody>
      </p:sp>
      <p:sp>
        <p:nvSpPr>
          <p:cNvPr id="286" name="Shape 286"/>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9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Combine the set of DFD fragments into one diagram</a:t>
            </a:r>
            <a:endParaRPr lang="en-US" sz="3200" b="0" i="0" u="none" strike="noStrike" cap="none">
              <a:solidFill>
                <a:srgbClr val="333399"/>
              </a:solidFill>
              <a:latin typeface="Arimo"/>
              <a:ea typeface="Arimo"/>
              <a:cs typeface="Arimo"/>
              <a:sym typeface="Arimo"/>
            </a:endParaRPr>
          </a:p>
          <a:p>
            <a:pPr marL="342900" marR="0" lvl="0" indent="-34290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Generally move from top to bottom, left to right</a:t>
            </a:r>
            <a:endParaRPr lang="en-US" sz="3200" b="0" i="0" u="none" strike="noStrike" cap="none">
              <a:solidFill>
                <a:srgbClr val="333399"/>
              </a:solidFill>
              <a:latin typeface="Arimo"/>
              <a:ea typeface="Arimo"/>
              <a:cs typeface="Arimo"/>
              <a:sym typeface="Arimo"/>
            </a:endParaRPr>
          </a:p>
          <a:p>
            <a:pPr marL="342900" marR="0" lvl="0" indent="-34290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Minimize crossed lines</a:t>
            </a:r>
            <a:endParaRPr lang="en-US" sz="3200" b="0" i="0" u="none" strike="noStrike" cap="none">
              <a:solidFill>
                <a:srgbClr val="333399"/>
              </a:solidFill>
              <a:latin typeface="Arimo"/>
              <a:ea typeface="Arimo"/>
              <a:cs typeface="Arimo"/>
              <a:sym typeface="Arimo"/>
            </a:endParaRPr>
          </a:p>
          <a:p>
            <a:pPr marL="342900" marR="0" lvl="0" indent="-34290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Iterate as needed</a:t>
            </a:r>
            <a:endParaRPr lang="en-US" sz="3200" b="0" i="0" u="none" strike="noStrike" cap="none">
              <a:solidFill>
                <a:srgbClr val="333399"/>
              </a:solidFill>
              <a:latin typeface="Arimo"/>
              <a:ea typeface="Arimo"/>
              <a:cs typeface="Arimo"/>
              <a:sym typeface="Arimo"/>
            </a:endParaRPr>
          </a:p>
          <a:p>
            <a:pPr marL="742950" marR="0" lvl="1" indent="-285750" algn="l" rtl="0">
              <a:lnSpc>
                <a:spcPct val="90000"/>
              </a:lnSpc>
              <a:spcBef>
                <a:spcPts val="560"/>
              </a:spcBef>
              <a:spcAft>
                <a:spcPts val="0"/>
              </a:spcAft>
              <a:buClr>
                <a:srgbClr val="3366FF"/>
              </a:buClr>
              <a:buSzPct val="100000"/>
              <a:buFont typeface="Arimo"/>
              <a:buChar char="•"/>
            </a:pPr>
            <a:r>
              <a:rPr lang="en-US" sz="2800" b="1" i="1" u="none" strike="noStrike" cap="none">
                <a:solidFill>
                  <a:srgbClr val="3366FF"/>
                </a:solidFill>
                <a:latin typeface="Arimo"/>
                <a:ea typeface="Arimo"/>
                <a:cs typeface="Arimo"/>
                <a:sym typeface="Arimo"/>
              </a:rPr>
              <a:t>DFDs are often drawn many times before being finished, even with very experienced systems analysts</a:t>
            </a:r>
            <a:endParaRPr lang="en-US" sz="2800" b="1" i="1" u="none" strike="noStrike" cap="none">
              <a:solidFill>
                <a:srgbClr val="3366FF"/>
              </a:solidFill>
              <a:latin typeface="Arimo"/>
              <a:ea typeface="Arimo"/>
              <a:cs typeface="Arimo"/>
              <a:sym typeface="Arim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0"/>
        <p:cNvGrpSpPr/>
        <p:nvPr/>
      </p:nvGrpSpPr>
      <p:grpSpPr>
        <a:xfrm>
          <a:off x="0" y="0"/>
          <a:ext cx="0" cy="0"/>
          <a:chOff x="0" y="0"/>
          <a:chExt cx="0" cy="0"/>
        </a:xfrm>
      </p:grpSpPr>
      <p:sp>
        <p:nvSpPr>
          <p:cNvPr id="291" name="Shape 291"/>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292" name="Shape 292"/>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293" name="Shape 293"/>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A Level 0 DFD Example</a:t>
            </a:r>
            <a:endParaRPr lang="en-US" sz="3600" b="1" i="0" u="none" strike="noStrike" cap="none">
              <a:solidFill>
                <a:srgbClr val="333399"/>
              </a:solidFill>
              <a:latin typeface="Arimo"/>
              <a:ea typeface="Arimo"/>
              <a:cs typeface="Arimo"/>
              <a:sym typeface="Arimo"/>
            </a:endParaRPr>
          </a:p>
        </p:txBody>
      </p:sp>
      <p:sp>
        <p:nvSpPr>
          <p:cNvPr id="294" name="Shape 294"/>
          <p:cNvSpPr txBox="1"/>
          <p:nvPr/>
        </p:nvSpPr>
        <p:spPr>
          <a:xfrm>
            <a:off x="2193925" y="2243136"/>
            <a:ext cx="184149" cy="4572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95" name="Shape 295"/>
          <p:cNvPicPr preferRelativeResize="0"/>
          <p:nvPr/>
        </p:nvPicPr>
        <p:blipFill rotWithShape="1">
          <a:blip r:embed="rId1"/>
          <a:srcRect l="20588" t="24243" r="19607" b="24241"/>
          <a:stretch>
            <a:fillRect/>
          </a:stretch>
        </p:blipFill>
        <p:spPr>
          <a:xfrm>
            <a:off x="2438400" y="1600200"/>
            <a:ext cx="4724400" cy="46481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9"/>
        <p:cNvGrpSpPr/>
        <p:nvPr/>
      </p:nvGrpSpPr>
      <p:grpSpPr>
        <a:xfrm>
          <a:off x="0" y="0"/>
          <a:ext cx="0" cy="0"/>
          <a:chOff x="0" y="0"/>
          <a:chExt cx="0" cy="0"/>
        </a:xfrm>
      </p:grpSpPr>
      <p:sp>
        <p:nvSpPr>
          <p:cNvPr id="300" name="Shape 300"/>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01" name="Shape 301"/>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02" name="Shape 302"/>
          <p:cNvSpPr txBox="1">
            <a:spLocks noGrp="1"/>
          </p:cNvSpPr>
          <p:nvPr>
            <p:ph type="title"/>
          </p:nvPr>
        </p:nvSpPr>
        <p:spPr>
          <a:xfrm>
            <a:off x="533400" y="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Creating Level 1 Diagrams (and Below)</a:t>
            </a:r>
            <a:endParaRPr lang="en-US" sz="3200" b="1" i="0" u="none" strike="noStrike" cap="none">
              <a:solidFill>
                <a:srgbClr val="333399"/>
              </a:solidFill>
              <a:latin typeface="Arimo"/>
              <a:ea typeface="Arimo"/>
              <a:cs typeface="Arimo"/>
              <a:sym typeface="Arimo"/>
            </a:endParaRPr>
          </a:p>
        </p:txBody>
      </p:sp>
      <p:sp>
        <p:nvSpPr>
          <p:cNvPr id="303" name="Shape 303"/>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800" b="1" i="0" u="none" strike="noStrike" cap="none">
                <a:solidFill>
                  <a:srgbClr val="333399"/>
                </a:solidFill>
                <a:latin typeface="Arimo"/>
                <a:ea typeface="Arimo"/>
                <a:cs typeface="Arimo"/>
                <a:sym typeface="Arimo"/>
              </a:rPr>
              <a:t>Each use case is turned into its own DFD</a:t>
            </a:r>
            <a:endParaRPr lang="en-US" sz="2800" b="1"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1" i="0" u="none" strike="noStrike" cap="none">
                <a:solidFill>
                  <a:srgbClr val="333399"/>
                </a:solidFill>
                <a:latin typeface="Arimo"/>
                <a:ea typeface="Arimo"/>
                <a:cs typeface="Arimo"/>
                <a:sym typeface="Arimo"/>
              </a:rPr>
              <a:t>Take the steps listed on the use case and depict each as a process on the level 1 DFD</a:t>
            </a:r>
            <a:endParaRPr lang="en-US" sz="2800" b="1"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1" i="0" u="none" strike="noStrike" cap="none">
                <a:solidFill>
                  <a:srgbClr val="333399"/>
                </a:solidFill>
                <a:latin typeface="Arimo"/>
                <a:ea typeface="Arimo"/>
                <a:cs typeface="Arimo"/>
                <a:sym typeface="Arimo"/>
              </a:rPr>
              <a:t>Inputs and outputs listed on use case become data flows on DFD</a:t>
            </a:r>
            <a:endParaRPr lang="en-US" sz="2800" b="1"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1" i="0" u="none" strike="noStrike" cap="none">
                <a:solidFill>
                  <a:srgbClr val="333399"/>
                </a:solidFill>
                <a:latin typeface="Arimo"/>
                <a:ea typeface="Arimo"/>
                <a:cs typeface="Arimo"/>
                <a:sym typeface="Arimo"/>
              </a:rPr>
              <a:t>Include sources and destinations of data flows to processes and stores within the DFD</a:t>
            </a:r>
            <a:endParaRPr lang="en-US" sz="2800" b="1" i="0" u="none" strike="noStrike" cap="none">
              <a:solidFill>
                <a:srgbClr val="333399"/>
              </a:solidFill>
              <a:latin typeface="Arimo"/>
              <a:ea typeface="Arimo"/>
              <a:cs typeface="Arimo"/>
              <a:sym typeface="Arimo"/>
            </a:endParaRPr>
          </a:p>
          <a:p>
            <a:pPr marL="342900" marR="0" lvl="0" indent="-342900" algn="l" rtl="0">
              <a:lnSpc>
                <a:spcPct val="100000"/>
              </a:lnSpc>
              <a:spcBef>
                <a:spcPts val="560"/>
              </a:spcBef>
              <a:spcAft>
                <a:spcPts val="0"/>
              </a:spcAft>
              <a:buClr>
                <a:srgbClr val="333399"/>
              </a:buClr>
              <a:buSzPct val="100000"/>
              <a:buFont typeface="Arimo"/>
              <a:buChar char="•"/>
            </a:pPr>
            <a:r>
              <a:rPr lang="en-US" sz="2800" b="1" i="0" u="none" strike="noStrike" cap="none">
                <a:solidFill>
                  <a:srgbClr val="333399"/>
                </a:solidFill>
                <a:latin typeface="Arimo"/>
                <a:ea typeface="Arimo"/>
                <a:cs typeface="Arimo"/>
                <a:sym typeface="Arimo"/>
              </a:rPr>
              <a:t>May also include external entities for clarity</a:t>
            </a:r>
            <a:endParaRPr lang="en-US" sz="2800" b="1" i="0" u="none" strike="noStrike" cap="none">
              <a:solidFill>
                <a:srgbClr val="333399"/>
              </a:solidFill>
              <a:latin typeface="Arimo"/>
              <a:ea typeface="Arimo"/>
              <a:cs typeface="Arimo"/>
              <a:sym typeface="Arim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Shape 308"/>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09" name="Shape 309"/>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10" name="Shape 310"/>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Creating Level 1 Diagrams (and Below)</a:t>
            </a:r>
            <a:endParaRPr lang="en-US" sz="3200" b="1" i="0" u="none" strike="noStrike" cap="none">
              <a:solidFill>
                <a:srgbClr val="333399"/>
              </a:solidFill>
              <a:latin typeface="Arimo"/>
              <a:ea typeface="Arimo"/>
              <a:cs typeface="Arimo"/>
              <a:sym typeface="Arimo"/>
            </a:endParaRPr>
          </a:p>
        </p:txBody>
      </p:sp>
      <p:sp>
        <p:nvSpPr>
          <p:cNvPr id="311" name="Shape 311"/>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9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When to stop decomposing DFDs?</a:t>
            </a:r>
            <a:endParaRPr lang="en-US" sz="3200" b="0" i="0" u="none" strike="noStrike" cap="none">
              <a:solidFill>
                <a:srgbClr val="333399"/>
              </a:solidFill>
              <a:latin typeface="Arimo"/>
              <a:ea typeface="Arimo"/>
              <a:cs typeface="Arimo"/>
              <a:sym typeface="Arimo"/>
            </a:endParaRPr>
          </a:p>
          <a:p>
            <a:pPr marL="742950" marR="0" lvl="1" indent="-285750" algn="l" rtl="0">
              <a:lnSpc>
                <a:spcPct val="9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Ideally, a DFD has at least three processes and no more than seven to nine.</a:t>
            </a:r>
            <a:endParaRPr lang="en-US" sz="3200" b="0" i="0" u="none" strike="noStrike" cap="none">
              <a:solidFill>
                <a:srgbClr val="333399"/>
              </a:solidFill>
              <a:latin typeface="Arimo"/>
              <a:ea typeface="Arimo"/>
              <a:cs typeface="Arimo"/>
              <a:sym typeface="Arim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5"/>
        <p:cNvGrpSpPr/>
        <p:nvPr/>
      </p:nvGrpSpPr>
      <p:grpSpPr>
        <a:xfrm>
          <a:off x="0" y="0"/>
          <a:ext cx="0" cy="0"/>
          <a:chOff x="0" y="0"/>
          <a:chExt cx="0" cy="0"/>
        </a:xfrm>
      </p:grpSpPr>
      <p:sp>
        <p:nvSpPr>
          <p:cNvPr id="316" name="Shape 316"/>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17" name="Shape 317"/>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18" name="Shape 318"/>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Validating the DFD</a:t>
            </a:r>
            <a:endParaRPr lang="en-US" sz="3200" b="1" i="0" u="none" strike="noStrike" cap="none">
              <a:solidFill>
                <a:srgbClr val="333399"/>
              </a:solidFill>
              <a:latin typeface="Arimo"/>
              <a:ea typeface="Arimo"/>
              <a:cs typeface="Arimo"/>
              <a:sym typeface="Arimo"/>
            </a:endParaRPr>
          </a:p>
        </p:txBody>
      </p:sp>
      <p:sp>
        <p:nvSpPr>
          <p:cNvPr id="319" name="Shape 319"/>
          <p:cNvSpPr txBox="1">
            <a:spLocks noGrp="1"/>
          </p:cNvSpPr>
          <p:nvPr>
            <p:ph type="body" idx="1"/>
          </p:nvPr>
        </p:nvSpPr>
        <p:spPr>
          <a:xfrm>
            <a:off x="571500" y="1676400"/>
            <a:ext cx="8001000" cy="12954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Syntax errors – diagram follows the rules</a:t>
            </a:r>
            <a:endParaRPr lang="en-US" sz="3200" b="0" i="0" u="none" strike="noStrike" cap="none">
              <a:solidFill>
                <a:srgbClr val="333399"/>
              </a:solidFill>
              <a:latin typeface="Arimo"/>
              <a:ea typeface="Arimo"/>
              <a:cs typeface="Arimo"/>
              <a:sym typeface="Arimo"/>
            </a:endParaRPr>
          </a:p>
          <a:p>
            <a:pPr marL="742950" marR="0" lvl="1" indent="-285750" algn="l" rtl="0">
              <a:lnSpc>
                <a:spcPct val="100000"/>
              </a:lnSpc>
              <a:spcBef>
                <a:spcPts val="640"/>
              </a:spcBef>
              <a:spcAft>
                <a:spcPts val="0"/>
              </a:spcAft>
              <a:buClr>
                <a:srgbClr val="333399"/>
              </a:buClr>
              <a:buSzPct val="100000"/>
              <a:buFont typeface="Arimo"/>
              <a:buChar char="•"/>
            </a:pPr>
            <a:r>
              <a:rPr lang="en-US" sz="3200" b="0" i="0" u="none" strike="noStrike" cap="none">
                <a:solidFill>
                  <a:srgbClr val="333399"/>
                </a:solidFill>
                <a:latin typeface="Arimo"/>
                <a:ea typeface="Arimo"/>
                <a:cs typeface="Arimo"/>
                <a:sym typeface="Arimo"/>
              </a:rPr>
              <a:t>Assure correct DFD structure</a:t>
            </a:r>
            <a:endParaRPr lang="en-US" sz="3200" b="0" i="0" u="none" strike="noStrike" cap="none">
              <a:solidFill>
                <a:srgbClr val="333399"/>
              </a:solidFill>
              <a:latin typeface="Arimo"/>
              <a:ea typeface="Arimo"/>
              <a:cs typeface="Arimo"/>
              <a:sym typeface="Arimo"/>
            </a:endParaRPr>
          </a:p>
        </p:txBody>
      </p:sp>
      <p:sp>
        <p:nvSpPr>
          <p:cNvPr id="320" name="Shape 320"/>
          <p:cNvSpPr txBox="1"/>
          <p:nvPr/>
        </p:nvSpPr>
        <p:spPr>
          <a:xfrm>
            <a:off x="990600" y="2895600"/>
            <a:ext cx="6553200" cy="2895600"/>
          </a:xfrm>
          <a:prstGeom prst="rect">
            <a:avLst/>
          </a:prstGeom>
          <a:solidFill>
            <a:schemeClr val="accent2"/>
          </a:solidFill>
          <a:ln w="12700" cap="rnd" cmpd="sng">
            <a:solidFill>
              <a:schemeClr val="dk1"/>
            </a:solidFill>
            <a:prstDash val="solid"/>
            <a:miter/>
            <a:headEnd type="none" w="med" len="med"/>
            <a:tailEnd type="none" w="med" len="med"/>
          </a:ln>
        </p:spPr>
        <p:txBody>
          <a:bodyPr lIns="91425" tIns="45700" rIns="91425" bIns="45700" anchor="ctr" anchorCtr="0">
            <a:noAutofit/>
          </a:bodyPr>
          <a:lstStyle/>
          <a:p>
            <a:pPr marL="0" marR="0" lvl="0" indent="0" algn="l" rtl="0">
              <a:lnSpc>
                <a:spcPct val="100000"/>
              </a:lnSpc>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1" name="Shape 321"/>
          <p:cNvSpPr txBox="1"/>
          <p:nvPr/>
        </p:nvSpPr>
        <p:spPr>
          <a:xfrm>
            <a:off x="-227012" y="3009900"/>
            <a:ext cx="7715249" cy="2835274"/>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Tahoma" panose="020B0604030504040204"/>
              <a:buNone/>
            </a:pPr>
            <a:r>
              <a:rPr lang="en-US" sz="24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             For each DFD:</a:t>
            </a:r>
            <a:br>
              <a:rPr lang="en-US" sz="2400" b="0" i="0" u="none" strike="noStrike" cap="none" dirty="0">
                <a:solidFill>
                  <a:schemeClr val="dk1"/>
                </a:solidFill>
                <a:latin typeface="Tahoma" panose="020B0604030504040204"/>
                <a:ea typeface="Tahoma" panose="020B0604030504040204"/>
                <a:cs typeface="Tahoma" panose="020B0604030504040204"/>
                <a:sym typeface="Tahoma" panose="020B0604030504040204"/>
              </a:rPr>
            </a:br>
            <a:r>
              <a:rPr lang="en-US" sz="24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                        Check each </a:t>
            </a:r>
            <a:r>
              <a:rPr lang="en-US" sz="2400" b="1" i="0" u="none" strike="noStrike" cap="none" dirty="0">
                <a:solidFill>
                  <a:srgbClr val="3366FF"/>
                </a:solidFill>
                <a:latin typeface="Tahoma" panose="020B0604030504040204"/>
                <a:ea typeface="Tahoma" panose="020B0604030504040204"/>
                <a:cs typeface="Tahoma" panose="020B0604030504040204"/>
                <a:sym typeface="Tahoma" panose="020B0604030504040204"/>
              </a:rPr>
              <a:t>process</a:t>
            </a:r>
            <a:r>
              <a:rPr lang="en-US" sz="24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 for: </a:t>
            </a:r>
            <a:br>
              <a:rPr lang="en-US" sz="2400" b="0" i="0" u="none" strike="noStrike" cap="none" dirty="0">
                <a:solidFill>
                  <a:schemeClr val="dk1"/>
                </a:solidFill>
                <a:latin typeface="Tahoma" panose="020B0604030504040204"/>
                <a:ea typeface="Tahoma" panose="020B0604030504040204"/>
                <a:cs typeface="Tahoma" panose="020B0604030504040204"/>
                <a:sym typeface="Tahoma" panose="020B0604030504040204"/>
              </a:rPr>
            </a:br>
            <a:r>
              <a:rPr lang="en-US" sz="24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                   </a:t>
            </a: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A unique name: action verb phrase; number; description</a:t>
            </a:r>
            <a:endPar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1828800" marR="0" lvl="4" indent="0" algn="l" rtl="0">
              <a:lnSpc>
                <a:spcPct val="100000"/>
              </a:lnSpc>
              <a:spcBef>
                <a:spcPts val="0"/>
              </a:spcBef>
              <a:spcAft>
                <a:spcPts val="0"/>
              </a:spcAft>
              <a:buClr>
                <a:schemeClr val="dk1"/>
              </a:buClr>
              <a:buSzPct val="25000"/>
              <a:buFont typeface="Tahoma" panose="020B0604030504040204"/>
              <a:buNone/>
            </a:pP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At least one input data flow</a:t>
            </a:r>
            <a:endPar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1828800" marR="0" lvl="4" indent="0" algn="l" rtl="0">
              <a:lnSpc>
                <a:spcPct val="100000"/>
              </a:lnSpc>
              <a:spcBef>
                <a:spcPts val="0"/>
              </a:spcBef>
              <a:spcAft>
                <a:spcPts val="0"/>
              </a:spcAft>
              <a:buClr>
                <a:schemeClr val="dk1"/>
              </a:buClr>
              <a:buSzPct val="25000"/>
              <a:buFont typeface="Tahoma" panose="020B0604030504040204"/>
              <a:buNone/>
            </a:pP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At least one output data flow</a:t>
            </a:r>
            <a:endPar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1828800" marR="0" lvl="4" indent="0" algn="l" rtl="0">
              <a:lnSpc>
                <a:spcPct val="100000"/>
              </a:lnSpc>
              <a:spcBef>
                <a:spcPts val="0"/>
              </a:spcBef>
              <a:spcAft>
                <a:spcPts val="0"/>
              </a:spcAft>
              <a:buClr>
                <a:schemeClr val="dk1"/>
              </a:buClr>
              <a:buSzPct val="25000"/>
              <a:buFont typeface="Tahoma" panose="020B0604030504040204"/>
              <a:buNone/>
            </a:pP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Output data flow names usually different than</a:t>
            </a:r>
            <a:b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b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input data flow names</a:t>
            </a:r>
            <a:endPar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1828800" marR="0" lvl="4" indent="0" algn="l" rtl="0">
              <a:lnSpc>
                <a:spcPct val="100000"/>
              </a:lnSpc>
              <a:spcBef>
                <a:spcPts val="0"/>
              </a:spcBef>
              <a:spcAft>
                <a:spcPts val="0"/>
              </a:spcAft>
              <a:buClr>
                <a:schemeClr val="dk1"/>
              </a:buClr>
              <a:buSzPct val="25000"/>
              <a:buFont typeface="Tahoma" panose="020B0604030504040204"/>
              <a:buNone/>
            </a:pP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Between 3 and 7 processes per DFD</a:t>
            </a:r>
            <a:endPar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0"/>
              </a:spcBef>
              <a:spcAft>
                <a:spcPts val="0"/>
              </a:spcAft>
              <a:buNone/>
            </a:pP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p:sp>
        <p:nvSpPr>
          <p:cNvPr id="326" name="Shape 326"/>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27" name="Shape 327"/>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28" name="Shape 328"/>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Validating the DFD</a:t>
            </a:r>
            <a:endParaRPr lang="en-US" sz="3600" b="1" i="0" u="none" strike="noStrike" cap="none">
              <a:solidFill>
                <a:srgbClr val="333399"/>
              </a:solidFill>
              <a:latin typeface="Arimo"/>
              <a:ea typeface="Arimo"/>
              <a:cs typeface="Arimo"/>
              <a:sym typeface="Arimo"/>
            </a:endParaRPr>
          </a:p>
        </p:txBody>
      </p:sp>
      <p:sp>
        <p:nvSpPr>
          <p:cNvPr id="329" name="Shape 329"/>
          <p:cNvSpPr txBox="1">
            <a:spLocks noGrp="1"/>
          </p:cNvSpPr>
          <p:nvPr>
            <p:ph type="body" idx="1"/>
          </p:nvPr>
        </p:nvSpPr>
        <p:spPr>
          <a:xfrm>
            <a:off x="457200" y="1600200"/>
            <a:ext cx="8001000" cy="4495800"/>
          </a:xfrm>
          <a:prstGeom prst="rect">
            <a:avLst/>
          </a:prstGeom>
          <a:solidFill>
            <a:schemeClr val="accent2"/>
          </a:solidFill>
          <a:ln w="12700" cap="flat" cmpd="sng">
            <a:solidFill>
              <a:schemeClr val="dk1"/>
            </a:solidFill>
            <a:prstDash val="solid"/>
            <a:miter/>
            <a:headEnd type="none" w="med" len="med"/>
            <a:tailEnd type="none" w="med" len="med"/>
          </a:ln>
        </p:spPr>
        <p:txBody>
          <a:bodyPr lIns="91425" tIns="45700" rIns="91425" bIns="45700" anchor="t" anchorCtr="0">
            <a:noAutofit/>
          </a:bodyPr>
          <a:lstStyle/>
          <a:p>
            <a:pPr marL="342900" marR="0" lvl="0" indent="-342900" algn="l" rtl="0">
              <a:lnSpc>
                <a:spcPct val="90000"/>
              </a:lnSpc>
              <a:spcBef>
                <a:spcPts val="0"/>
              </a:spcBef>
              <a:spcAft>
                <a:spcPts val="0"/>
              </a:spcAft>
              <a:buClr>
                <a:schemeClr val="dk1"/>
              </a:buClr>
              <a:buSzPct val="25000"/>
              <a:buFont typeface="Arimo"/>
              <a:buNone/>
            </a:pPr>
            <a:r>
              <a:rPr lang="en-US" sz="2400" b="0" i="0" u="none" strike="noStrike" cap="none">
                <a:solidFill>
                  <a:schemeClr val="dk1"/>
                </a:solidFill>
                <a:latin typeface="Arimo"/>
                <a:ea typeface="Arimo"/>
                <a:cs typeface="Arimo"/>
                <a:sym typeface="Arimo"/>
              </a:rPr>
              <a:t>For each DFD:</a:t>
            </a:r>
            <a:br>
              <a:rPr lang="en-US" sz="2400" b="0" i="0" u="none" strike="noStrike" cap="none">
                <a:solidFill>
                  <a:schemeClr val="dk1"/>
                </a:solidFill>
                <a:latin typeface="Arimo"/>
                <a:ea typeface="Arimo"/>
                <a:cs typeface="Arimo"/>
                <a:sym typeface="Arimo"/>
              </a:rPr>
            </a:br>
            <a:r>
              <a:rPr lang="en-US" sz="2000" b="0" i="0" u="none" strike="noStrike" cap="none">
                <a:solidFill>
                  <a:schemeClr val="dk1"/>
                </a:solidFill>
                <a:latin typeface="Arimo"/>
                <a:ea typeface="Arimo"/>
                <a:cs typeface="Arimo"/>
                <a:sym typeface="Arimo"/>
              </a:rPr>
              <a:t>Check each </a:t>
            </a:r>
            <a:r>
              <a:rPr lang="en-US" sz="2000" b="1" i="0" u="none" strike="noStrike" cap="none">
                <a:solidFill>
                  <a:schemeClr val="dk1"/>
                </a:solidFill>
                <a:latin typeface="Arimo"/>
                <a:ea typeface="Arimo"/>
                <a:cs typeface="Arimo"/>
                <a:sym typeface="Arimo"/>
              </a:rPr>
              <a:t>data flow</a:t>
            </a:r>
            <a:r>
              <a:rPr lang="en-US" sz="2000" b="0" i="0" u="none" strike="noStrike" cap="none">
                <a:solidFill>
                  <a:schemeClr val="dk1"/>
                </a:solidFill>
                <a:latin typeface="Arimo"/>
                <a:ea typeface="Arimo"/>
                <a:cs typeface="Arimo"/>
                <a:sym typeface="Arimo"/>
              </a:rPr>
              <a:t> for:</a:t>
            </a:r>
            <a:br>
              <a:rPr lang="en-US" sz="2000" b="0" i="0" u="none" strike="noStrike" cap="none">
                <a:solidFill>
                  <a:schemeClr val="dk1"/>
                </a:solidFill>
                <a:latin typeface="Arimo"/>
                <a:ea typeface="Arimo"/>
                <a:cs typeface="Arimo"/>
                <a:sym typeface="Arimo"/>
              </a:rPr>
            </a:br>
            <a:r>
              <a:rPr lang="en-US" sz="2400" b="0" i="0" u="none" strike="noStrike" cap="none">
                <a:solidFill>
                  <a:schemeClr val="dk1"/>
                </a:solidFill>
                <a:latin typeface="Arimo"/>
                <a:ea typeface="Arimo"/>
                <a:cs typeface="Arimo"/>
                <a:sym typeface="Arimo"/>
              </a:rPr>
              <a:t>	</a:t>
            </a:r>
            <a:r>
              <a:rPr lang="en-US" sz="1800" b="0" i="0" u="none" strike="noStrike" cap="none">
                <a:solidFill>
                  <a:schemeClr val="dk1"/>
                </a:solidFill>
                <a:latin typeface="Arimo"/>
                <a:ea typeface="Arimo"/>
                <a:cs typeface="Arimo"/>
                <a:sym typeface="Arimo"/>
              </a:rPr>
              <a:t>A unique name: noun; description</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Connects to at least one process</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Shown in only one direction (no two-headed arrows)</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A minimum number of crossed lines</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0"/>
              </a:spcBef>
              <a:spcAft>
                <a:spcPts val="0"/>
              </a:spcAft>
              <a:buClr>
                <a:schemeClr val="dk1"/>
              </a:buClr>
              <a:buSzPct val="25000"/>
              <a:buFont typeface="Arimo"/>
              <a:buNone/>
            </a:pPr>
            <a:r>
              <a:rPr lang="en-US" sz="2400" b="0" i="0" u="none" strike="noStrike" cap="none">
                <a:solidFill>
                  <a:schemeClr val="dk1"/>
                </a:solidFill>
                <a:latin typeface="Arimo"/>
                <a:ea typeface="Arimo"/>
                <a:cs typeface="Arimo"/>
                <a:sym typeface="Arimo"/>
              </a:rPr>
              <a:t>	</a:t>
            </a:r>
            <a:r>
              <a:rPr lang="en-US" sz="2000" b="0" i="0" u="none" strike="noStrike" cap="none">
                <a:solidFill>
                  <a:schemeClr val="dk1"/>
                </a:solidFill>
                <a:latin typeface="Arimo"/>
                <a:ea typeface="Arimo"/>
                <a:cs typeface="Arimo"/>
                <a:sym typeface="Arimo"/>
              </a:rPr>
              <a:t>Check each </a:t>
            </a:r>
            <a:r>
              <a:rPr lang="en-US" sz="2000" b="1" i="0" u="none" strike="noStrike" cap="none">
                <a:solidFill>
                  <a:schemeClr val="dk1"/>
                </a:solidFill>
                <a:latin typeface="Arimo"/>
                <a:ea typeface="Arimo"/>
                <a:cs typeface="Arimo"/>
                <a:sym typeface="Arimo"/>
              </a:rPr>
              <a:t>data store</a:t>
            </a:r>
            <a:r>
              <a:rPr lang="en-US" sz="2000" b="0" i="0" u="none" strike="noStrike" cap="none">
                <a:solidFill>
                  <a:schemeClr val="dk1"/>
                </a:solidFill>
                <a:latin typeface="Arimo"/>
                <a:ea typeface="Arimo"/>
                <a:cs typeface="Arimo"/>
                <a:sym typeface="Arimo"/>
              </a:rPr>
              <a:t> for:</a:t>
            </a:r>
            <a:endParaRPr lang="en-US" sz="2000" b="0" i="0" u="none" strike="noStrike" cap="none">
              <a:solidFill>
                <a:schemeClr val="dk1"/>
              </a:solidFill>
              <a:latin typeface="Arimo"/>
              <a:ea typeface="Arimo"/>
              <a:cs typeface="Arimo"/>
              <a:sym typeface="Arimo"/>
            </a:endParaRPr>
          </a:p>
          <a:p>
            <a:pPr marL="342900" marR="0" lvl="0" indent="-342900" algn="l" rtl="0">
              <a:lnSpc>
                <a:spcPct val="9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A unique name: noun; description</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At least one input data flow</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At least one output data flow</a:t>
            </a:r>
            <a:endParaRPr lang="en-US" sz="1800" b="0" i="0" u="none" strike="noStrike" cap="none">
              <a:solidFill>
                <a:schemeClr val="dk1"/>
              </a:solidFill>
              <a:latin typeface="Arimo"/>
              <a:ea typeface="Arimo"/>
              <a:cs typeface="Arimo"/>
              <a:sym typeface="Arimo"/>
            </a:endParaRPr>
          </a:p>
          <a:p>
            <a:pPr marL="342900" marR="0" lvl="0" indent="-342900" algn="l" rtl="0">
              <a:lnSpc>
                <a:spcPct val="90000"/>
              </a:lnSpc>
              <a:spcBef>
                <a:spcPts val="0"/>
              </a:spcBef>
              <a:spcAft>
                <a:spcPts val="0"/>
              </a:spcAft>
              <a:buClr>
                <a:schemeClr val="dk1"/>
              </a:buClr>
              <a:buSzPct val="25000"/>
              <a:buFont typeface="Arimo"/>
              <a:buNone/>
            </a:pPr>
            <a:r>
              <a:rPr lang="en-US" sz="2000" b="0" i="0" u="none" strike="noStrike" cap="none">
                <a:solidFill>
                  <a:schemeClr val="dk1"/>
                </a:solidFill>
                <a:latin typeface="Arimo"/>
                <a:ea typeface="Arimo"/>
                <a:cs typeface="Arimo"/>
                <a:sym typeface="Arimo"/>
              </a:rPr>
              <a:t>     Check each </a:t>
            </a:r>
            <a:r>
              <a:rPr lang="en-US" sz="2000" b="1" i="0" u="none" strike="noStrike" cap="none">
                <a:solidFill>
                  <a:schemeClr val="dk1"/>
                </a:solidFill>
                <a:latin typeface="Arimo"/>
                <a:ea typeface="Arimo"/>
                <a:cs typeface="Arimo"/>
                <a:sym typeface="Arimo"/>
              </a:rPr>
              <a:t>external entity</a:t>
            </a:r>
            <a:r>
              <a:rPr lang="en-US" sz="2000" b="0" i="0" u="none" strike="noStrike" cap="none">
                <a:solidFill>
                  <a:schemeClr val="dk1"/>
                </a:solidFill>
                <a:latin typeface="Arimo"/>
                <a:ea typeface="Arimo"/>
                <a:cs typeface="Arimo"/>
                <a:sym typeface="Arimo"/>
              </a:rPr>
              <a:t> for:</a:t>
            </a:r>
            <a:endParaRPr lang="en-US" sz="2000" b="0" i="0" u="none" strike="noStrike" cap="none">
              <a:solidFill>
                <a:schemeClr val="dk1"/>
              </a:solidFill>
              <a:latin typeface="Arimo"/>
              <a:ea typeface="Arimo"/>
              <a:cs typeface="Arimo"/>
              <a:sym typeface="Arimo"/>
            </a:endParaRPr>
          </a:p>
          <a:p>
            <a:pPr marL="342900" marR="0" lvl="0" indent="-342900" algn="l" rtl="0">
              <a:lnSpc>
                <a:spcPct val="90000"/>
              </a:lnSpc>
              <a:spcBef>
                <a:spcPts val="400"/>
              </a:spcBef>
              <a:spcAft>
                <a:spcPts val="0"/>
              </a:spcAft>
              <a:buClr>
                <a:schemeClr val="dk1"/>
              </a:buClr>
              <a:buSzPct val="25000"/>
              <a:buFont typeface="Arimo"/>
              <a:buNone/>
            </a:pPr>
            <a:r>
              <a:rPr lang="en-US" sz="2000" b="0" i="0" u="none" strike="noStrike" cap="none">
                <a:solidFill>
                  <a:schemeClr val="dk1"/>
                </a:solidFill>
                <a:latin typeface="Arimo"/>
                <a:ea typeface="Arimo"/>
                <a:cs typeface="Arimo"/>
                <a:sym typeface="Arimo"/>
              </a:rPr>
              <a:t>		A unique name: noun; description</a:t>
            </a:r>
            <a:endParaRPr lang="en-US" sz="2000" b="0" i="0" u="none" strike="noStrike" cap="none">
              <a:solidFill>
                <a:schemeClr val="dk1"/>
              </a:solidFill>
              <a:latin typeface="Arimo"/>
              <a:ea typeface="Arimo"/>
              <a:cs typeface="Arimo"/>
              <a:sym typeface="Arimo"/>
            </a:endParaRPr>
          </a:p>
          <a:p>
            <a:pPr marL="342900" marR="0" lvl="0" indent="-342900" algn="l" rtl="0">
              <a:lnSpc>
                <a:spcPct val="90000"/>
              </a:lnSpc>
              <a:spcBef>
                <a:spcPts val="400"/>
              </a:spcBef>
              <a:spcAft>
                <a:spcPts val="0"/>
              </a:spcAft>
              <a:buClr>
                <a:schemeClr val="dk1"/>
              </a:buClr>
              <a:buSzPct val="25000"/>
              <a:buFont typeface="Arimo"/>
              <a:buNone/>
            </a:pPr>
            <a:r>
              <a:rPr lang="en-US" sz="2000" b="0" i="0" u="none" strike="noStrike" cap="none">
                <a:solidFill>
                  <a:schemeClr val="dk1"/>
                </a:solidFill>
                <a:latin typeface="Arimo"/>
                <a:ea typeface="Arimo"/>
                <a:cs typeface="Arimo"/>
                <a:sym typeface="Arimo"/>
              </a:rPr>
              <a:t>		At least one input  or output data flow</a:t>
            </a:r>
            <a:endParaRPr lang="en-US" sz="2000" b="0" i="0" u="none" strike="noStrike" cap="none">
              <a:solidFill>
                <a:schemeClr val="dk1"/>
              </a:solidFill>
              <a:latin typeface="Arimo"/>
              <a:ea typeface="Arimo"/>
              <a:cs typeface="Arimo"/>
              <a:sym typeface="Arimo"/>
            </a:endParaRPr>
          </a:p>
          <a:p>
            <a:pPr marL="342900" marR="0" lvl="0" indent="-342900" algn="l" rtl="0">
              <a:lnSpc>
                <a:spcPct val="90000"/>
              </a:lnSpc>
              <a:spcBef>
                <a:spcPts val="0"/>
              </a:spcBef>
              <a:spcAft>
                <a:spcPts val="0"/>
              </a:spcAft>
              <a:buClr>
                <a:srgbClr val="333399"/>
              </a:buClr>
              <a:buSzPct val="25000"/>
              <a:buFont typeface="Arimo"/>
              <a:buNone/>
            </a:pPr>
            <a:endParaRPr sz="2000" b="0" i="0" u="none" strike="noStrike" cap="none">
              <a:solidFill>
                <a:schemeClr val="dk1"/>
              </a:solidFill>
              <a:latin typeface="Arimo"/>
              <a:ea typeface="Arimo"/>
              <a:cs typeface="Arimo"/>
              <a:sym typeface="Arimo"/>
            </a:endParaRPr>
          </a:p>
          <a:p>
            <a:pPr marL="342900" marR="0" lvl="0" indent="-342900" algn="l" rtl="0">
              <a:lnSpc>
                <a:spcPct val="90000"/>
              </a:lnSpc>
              <a:spcBef>
                <a:spcPts val="0"/>
              </a:spcBef>
              <a:spcAft>
                <a:spcPts val="0"/>
              </a:spcAft>
              <a:buClr>
                <a:srgbClr val="333399"/>
              </a:buClr>
              <a:buSzPct val="25000"/>
              <a:buFont typeface="Arimo"/>
              <a:buNone/>
            </a:pPr>
            <a:endParaRPr sz="2400" b="0" i="0" u="none" strike="noStrike" cap="none">
              <a:solidFill>
                <a:schemeClr val="dk1"/>
              </a:solidFill>
              <a:latin typeface="Arimo"/>
              <a:ea typeface="Arimo"/>
              <a:cs typeface="Arimo"/>
              <a:sym typeface="Arimo"/>
            </a:endParaRPr>
          </a:p>
          <a:p>
            <a:pPr marL="342900" marR="0" lvl="0" indent="-342900" algn="l" rtl="0">
              <a:lnSpc>
                <a:spcPct val="100000"/>
              </a:lnSpc>
              <a:spcBef>
                <a:spcPts val="480"/>
              </a:spcBef>
              <a:spcAft>
                <a:spcPts val="0"/>
              </a:spcAft>
              <a:buClr>
                <a:srgbClr val="333399"/>
              </a:buClr>
              <a:buSzPct val="100000"/>
              <a:buFont typeface="Arimo"/>
              <a:buNone/>
            </a:pPr>
            <a:endParaRPr sz="2400" b="0" i="0" u="none" strike="noStrike" cap="none">
              <a:solidFill>
                <a:schemeClr val="dk1"/>
              </a:solidFill>
              <a:latin typeface="Arimo"/>
              <a:ea typeface="Arimo"/>
              <a:cs typeface="Arimo"/>
              <a:sym typeface="Arim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3"/>
        <p:cNvGrpSpPr/>
        <p:nvPr/>
      </p:nvGrpSpPr>
      <p:grpSpPr>
        <a:xfrm>
          <a:off x="0" y="0"/>
          <a:ext cx="0" cy="0"/>
          <a:chOff x="0" y="0"/>
          <a:chExt cx="0" cy="0"/>
        </a:xfrm>
      </p:grpSpPr>
      <p:sp>
        <p:nvSpPr>
          <p:cNvPr id="334" name="Shape 334"/>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35" name="Shape 335"/>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36" name="Shape 336"/>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Validating the DFD</a:t>
            </a:r>
            <a:endParaRPr lang="en-US" sz="3600" b="1" i="0" u="none" strike="noStrike" cap="none">
              <a:solidFill>
                <a:srgbClr val="333399"/>
              </a:solidFill>
              <a:latin typeface="Arimo"/>
              <a:ea typeface="Arimo"/>
              <a:cs typeface="Arimo"/>
              <a:sym typeface="Arimo"/>
            </a:endParaRPr>
          </a:p>
        </p:txBody>
      </p:sp>
      <p:sp>
        <p:nvSpPr>
          <p:cNvPr id="337" name="Shape 337"/>
          <p:cNvSpPr txBox="1">
            <a:spLocks noGrp="1"/>
          </p:cNvSpPr>
          <p:nvPr>
            <p:ph type="body" idx="1"/>
          </p:nvPr>
        </p:nvSpPr>
        <p:spPr>
          <a:xfrm>
            <a:off x="457200" y="1600200"/>
            <a:ext cx="8001000" cy="4495800"/>
          </a:xfrm>
          <a:prstGeom prst="rect">
            <a:avLst/>
          </a:prstGeom>
          <a:solidFill>
            <a:schemeClr val="accent2"/>
          </a:solidFill>
          <a:ln w="12700" cap="flat" cmpd="sng">
            <a:solidFill>
              <a:schemeClr val="dk1"/>
            </a:solidFill>
            <a:prstDash val="solid"/>
            <a:miter/>
            <a:headEnd type="none" w="med" len="med"/>
            <a:tailEnd type="none" w="med" len="med"/>
          </a:ln>
        </p:spPr>
        <p:txBody>
          <a:bodyPr lIns="91425" tIns="45700" rIns="91425" bIns="45700" anchor="t" anchorCtr="0">
            <a:noAutofit/>
          </a:bodyPr>
          <a:lstStyle/>
          <a:p>
            <a:pPr marL="342900" marR="0" lvl="0" indent="-342900" algn="l" rtl="0">
              <a:lnSpc>
                <a:spcPct val="100000"/>
              </a:lnSpc>
              <a:spcBef>
                <a:spcPts val="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Across DFDs:</a:t>
            </a:r>
            <a:br>
              <a:rPr lang="en-US" sz="1800" b="0" i="0" u="none" strike="noStrike" cap="none">
                <a:solidFill>
                  <a:schemeClr val="dk1"/>
                </a:solidFill>
                <a:latin typeface="Arimo"/>
                <a:ea typeface="Arimo"/>
                <a:cs typeface="Arimo"/>
                <a:sym typeface="Arimo"/>
              </a:rPr>
            </a:br>
            <a:endParaRPr lang="en-US" sz="1800" b="0" i="0" u="none" strike="noStrike" cap="none">
              <a:solidFill>
                <a:schemeClr val="dk1"/>
              </a:solidFill>
              <a:latin typeface="Arimo"/>
              <a:ea typeface="Arimo"/>
              <a:cs typeface="Arimo"/>
              <a:sym typeface="Arimo"/>
            </a:endParaRPr>
          </a:p>
          <a:p>
            <a:pPr marL="342900" marR="0" lvl="0" indent="-342900" algn="l" rtl="0">
              <a:lnSpc>
                <a:spcPct val="100000"/>
              </a:lnSpc>
              <a:spcBef>
                <a:spcPts val="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a:t>
            </a:r>
            <a:r>
              <a:rPr lang="en-US" sz="1800" b="1" i="0" u="none" strike="noStrike" cap="none">
                <a:solidFill>
                  <a:srgbClr val="3366FF"/>
                </a:solidFill>
                <a:latin typeface="Arimo"/>
                <a:ea typeface="Arimo"/>
                <a:cs typeface="Arimo"/>
                <a:sym typeface="Arimo"/>
              </a:rPr>
              <a:t>Context Diagram:</a:t>
            </a:r>
            <a:br>
              <a:rPr lang="en-US" sz="1800" b="1" i="0" u="none" strike="noStrike" cap="none">
                <a:solidFill>
                  <a:srgbClr val="3366FF"/>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Every set of DFDs must have one Context Diagram</a:t>
            </a:r>
            <a:br>
              <a:rPr lang="en-US" sz="1800" b="0" i="0" u="none" strike="noStrike" cap="none">
                <a:solidFill>
                  <a:schemeClr val="dk1"/>
                </a:solidFill>
                <a:latin typeface="Arimo"/>
                <a:ea typeface="Arimo"/>
                <a:cs typeface="Arimo"/>
                <a:sym typeface="Arimo"/>
              </a:rPr>
            </a:br>
            <a:endParaRPr lang="en-US" sz="1800" b="0" i="0" u="none" strike="noStrike" cap="none">
              <a:solidFill>
                <a:schemeClr val="dk1"/>
              </a:solidFill>
              <a:latin typeface="Arimo"/>
              <a:ea typeface="Arimo"/>
              <a:cs typeface="Arimo"/>
              <a:sym typeface="Arimo"/>
            </a:endParaRPr>
          </a:p>
          <a:p>
            <a:pPr marL="342900" marR="0" lvl="0" indent="-342900" algn="l" rtl="0">
              <a:lnSpc>
                <a:spcPct val="80000"/>
              </a:lnSpc>
              <a:spcBef>
                <a:spcPts val="360"/>
              </a:spcBef>
              <a:spcAft>
                <a:spcPts val="0"/>
              </a:spcAft>
              <a:buClr>
                <a:schemeClr val="dk1"/>
              </a:buClr>
              <a:buSzPct val="25000"/>
              <a:buFont typeface="Arimo"/>
              <a:buNone/>
            </a:pPr>
            <a:r>
              <a:rPr lang="en-US" sz="1800" b="0" i="0" u="none" strike="noStrike" cap="none">
                <a:solidFill>
                  <a:schemeClr val="dk1"/>
                </a:solidFill>
                <a:latin typeface="Arimo"/>
                <a:ea typeface="Arimo"/>
                <a:cs typeface="Arimo"/>
                <a:sym typeface="Arimo"/>
              </a:rPr>
              <a:t>		</a:t>
            </a:r>
            <a:r>
              <a:rPr lang="en-US" sz="1800" b="1" i="0" u="none" strike="noStrike" cap="none">
                <a:solidFill>
                  <a:srgbClr val="3366FF"/>
                </a:solidFill>
                <a:latin typeface="Arimo"/>
                <a:ea typeface="Arimo"/>
                <a:cs typeface="Arimo"/>
                <a:sym typeface="Arimo"/>
              </a:rPr>
              <a:t>Viewpoint:</a:t>
            </a:r>
            <a:br>
              <a:rPr lang="en-US" sz="1800" b="1" i="0" u="none" strike="noStrike" cap="none">
                <a:solidFill>
                  <a:srgbClr val="3366FF"/>
                </a:solidFill>
                <a:latin typeface="Arimo"/>
                <a:ea typeface="Arimo"/>
                <a:cs typeface="Arimo"/>
                <a:sym typeface="Arimo"/>
              </a:rPr>
            </a:br>
            <a:r>
              <a:rPr lang="en-US" sz="1800" b="1" i="0" u="none" strike="noStrike" cap="none">
                <a:solidFill>
                  <a:srgbClr val="3366FF"/>
                </a:solidFill>
                <a:latin typeface="Arimo"/>
                <a:ea typeface="Arimo"/>
                <a:cs typeface="Arimo"/>
                <a:sym typeface="Arimo"/>
              </a:rPr>
              <a:t>	</a:t>
            </a:r>
            <a:r>
              <a:rPr lang="en-US" sz="1800" b="0" i="0" u="none" strike="noStrike" cap="none">
                <a:solidFill>
                  <a:schemeClr val="dk1"/>
                </a:solidFill>
                <a:latin typeface="Arimo"/>
                <a:ea typeface="Arimo"/>
                <a:cs typeface="Arimo"/>
                <a:sym typeface="Arimo"/>
              </a:rPr>
              <a:t>There is a consistent viewpoint for the entire set of DFDs</a:t>
            </a:r>
            <a:br>
              <a:rPr lang="en-US" sz="1800" b="0" i="0" u="none" strike="noStrike" cap="none">
                <a:solidFill>
                  <a:schemeClr val="dk1"/>
                </a:solidFill>
                <a:latin typeface="Arimo"/>
                <a:ea typeface="Arimo"/>
                <a:cs typeface="Arimo"/>
                <a:sym typeface="Arimo"/>
              </a:rPr>
            </a:br>
            <a:br>
              <a:rPr lang="en-US" sz="1800" b="0" i="0" u="none" strike="noStrike" cap="none">
                <a:solidFill>
                  <a:schemeClr val="dk1"/>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a:t>
            </a:r>
            <a:r>
              <a:rPr lang="en-US" sz="1800" b="1" i="0" u="none" strike="noStrike" cap="none">
                <a:solidFill>
                  <a:srgbClr val="3366FF"/>
                </a:solidFill>
                <a:latin typeface="Arimo"/>
                <a:ea typeface="Arimo"/>
                <a:cs typeface="Arimo"/>
                <a:sym typeface="Arimo"/>
              </a:rPr>
              <a:t>Decomposition:</a:t>
            </a:r>
            <a:br>
              <a:rPr lang="en-US" sz="1800" b="1" i="0" u="none" strike="noStrike" cap="none">
                <a:solidFill>
                  <a:srgbClr val="3366FF"/>
                </a:solidFill>
                <a:latin typeface="Arimo"/>
                <a:ea typeface="Arimo"/>
                <a:cs typeface="Arimo"/>
                <a:sym typeface="Arimo"/>
              </a:rPr>
            </a:br>
            <a:r>
              <a:rPr lang="en-US" sz="1800" b="1" i="0" u="none" strike="noStrike" cap="none">
                <a:solidFill>
                  <a:srgbClr val="3366FF"/>
                </a:solidFill>
                <a:latin typeface="Arimo"/>
                <a:ea typeface="Arimo"/>
                <a:cs typeface="Arimo"/>
                <a:sym typeface="Arimo"/>
              </a:rPr>
              <a:t>	</a:t>
            </a:r>
            <a:r>
              <a:rPr lang="en-US" sz="1800" b="0" i="0" u="none" strike="noStrike" cap="none">
                <a:solidFill>
                  <a:schemeClr val="dk1"/>
                </a:solidFill>
                <a:latin typeface="Arimo"/>
                <a:ea typeface="Arimo"/>
                <a:cs typeface="Arimo"/>
                <a:sym typeface="Arimo"/>
              </a:rPr>
              <a:t>Every process is wholly and complete described by the </a:t>
            </a:r>
            <a:br>
              <a:rPr lang="en-US" sz="1800" b="0" i="0" u="none" strike="noStrike" cap="none">
                <a:solidFill>
                  <a:schemeClr val="dk1"/>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processes on its children DFDs</a:t>
            </a:r>
            <a:br>
              <a:rPr lang="en-US" sz="1800" b="0" i="0" u="none" strike="noStrike" cap="none">
                <a:solidFill>
                  <a:schemeClr val="dk1"/>
                </a:solidFill>
                <a:latin typeface="Arimo"/>
                <a:ea typeface="Arimo"/>
                <a:cs typeface="Arimo"/>
                <a:sym typeface="Arimo"/>
              </a:rPr>
            </a:br>
            <a:br>
              <a:rPr lang="en-US" sz="1800" b="0" i="0" u="none" strike="noStrike" cap="none">
                <a:solidFill>
                  <a:schemeClr val="dk1"/>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a:t>
            </a:r>
            <a:r>
              <a:rPr lang="en-US" sz="1800" b="1" i="0" u="none" strike="noStrike" cap="none">
                <a:solidFill>
                  <a:srgbClr val="3366FF"/>
                </a:solidFill>
                <a:latin typeface="Arimo"/>
                <a:ea typeface="Arimo"/>
                <a:cs typeface="Arimo"/>
                <a:sym typeface="Arimo"/>
              </a:rPr>
              <a:t>Balance:</a:t>
            </a:r>
            <a:br>
              <a:rPr lang="en-US" sz="1800" b="1" i="0" u="none" strike="noStrike" cap="none">
                <a:solidFill>
                  <a:srgbClr val="3366FF"/>
                </a:solidFill>
                <a:latin typeface="Arimo"/>
                <a:ea typeface="Arimo"/>
                <a:cs typeface="Arimo"/>
                <a:sym typeface="Arimo"/>
              </a:rPr>
            </a:br>
            <a:r>
              <a:rPr lang="en-US" sz="1800" b="1" i="0" u="none" strike="noStrike" cap="none">
                <a:solidFill>
                  <a:srgbClr val="3366FF"/>
                </a:solidFill>
                <a:latin typeface="Arimo"/>
                <a:ea typeface="Arimo"/>
                <a:cs typeface="Arimo"/>
                <a:sym typeface="Arimo"/>
              </a:rPr>
              <a:t>	</a:t>
            </a:r>
            <a:r>
              <a:rPr lang="en-US" sz="1800" b="0" i="0" u="none" strike="noStrike" cap="none">
                <a:solidFill>
                  <a:schemeClr val="dk1"/>
                </a:solidFill>
                <a:latin typeface="Arimo"/>
                <a:ea typeface="Arimo"/>
                <a:cs typeface="Arimo"/>
                <a:sym typeface="Arimo"/>
              </a:rPr>
              <a:t>Every data flow, data store, and external entity on a higher level </a:t>
            </a:r>
            <a:br>
              <a:rPr lang="en-US" sz="1800" b="0" i="0" u="none" strike="noStrike" cap="none">
                <a:solidFill>
                  <a:schemeClr val="dk1"/>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DFD is shown on the lower level DFD that decomposes it</a:t>
            </a:r>
            <a:br>
              <a:rPr lang="en-US" sz="1800" b="0" i="0" u="none" strike="noStrike" cap="none">
                <a:solidFill>
                  <a:schemeClr val="dk1"/>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No data stores or data flows appear on lower-lever DFDs that do </a:t>
            </a:r>
            <a:br>
              <a:rPr lang="en-US" sz="1800" b="0" i="0" u="none" strike="noStrike" cap="none">
                <a:solidFill>
                  <a:schemeClr val="dk1"/>
                </a:solidFill>
                <a:latin typeface="Arimo"/>
                <a:ea typeface="Arimo"/>
                <a:cs typeface="Arimo"/>
                <a:sym typeface="Arimo"/>
              </a:rPr>
            </a:br>
            <a:r>
              <a:rPr lang="en-US" sz="1800" b="0" i="0" u="none" strike="noStrike" cap="none">
                <a:solidFill>
                  <a:schemeClr val="dk1"/>
                </a:solidFill>
                <a:latin typeface="Arimo"/>
                <a:ea typeface="Arimo"/>
                <a:cs typeface="Arimo"/>
                <a:sym typeface="Arimo"/>
              </a:rPr>
              <a:t>         not appear on their parent DFD</a:t>
            </a:r>
            <a:endParaRPr lang="en-US" sz="1800" b="0" i="0" u="none" strike="noStrike" cap="none">
              <a:solidFill>
                <a:schemeClr val="dk1"/>
              </a:solidFill>
              <a:latin typeface="Arimo"/>
              <a:ea typeface="Arimo"/>
              <a:cs typeface="Arimo"/>
              <a:sym typeface="Arimo"/>
            </a:endParaRPr>
          </a:p>
          <a:p>
            <a:pPr marL="342900" marR="0" lvl="0" indent="-342900" algn="l" rtl="0">
              <a:lnSpc>
                <a:spcPct val="80000"/>
              </a:lnSpc>
              <a:spcBef>
                <a:spcPts val="0"/>
              </a:spcBef>
              <a:spcAft>
                <a:spcPts val="0"/>
              </a:spcAft>
              <a:buClr>
                <a:srgbClr val="333399"/>
              </a:buClr>
              <a:buSzPct val="25000"/>
              <a:buFont typeface="Arimo"/>
              <a:buNone/>
            </a:pPr>
            <a:endParaRPr sz="1800" b="1" i="0" u="none" strike="noStrike" cap="none">
              <a:solidFill>
                <a:srgbClr val="3366FF"/>
              </a:solidFill>
              <a:latin typeface="Arimo"/>
              <a:ea typeface="Arimo"/>
              <a:cs typeface="Arimo"/>
              <a:sym typeface="Arimo"/>
            </a:endParaRPr>
          </a:p>
          <a:p>
            <a:pPr marL="342900" marR="0" lvl="0" indent="-342900" algn="l" rtl="0">
              <a:lnSpc>
                <a:spcPct val="80000"/>
              </a:lnSpc>
              <a:spcBef>
                <a:spcPts val="80"/>
              </a:spcBef>
              <a:spcAft>
                <a:spcPts val="0"/>
              </a:spcAft>
              <a:buClr>
                <a:srgbClr val="333399"/>
              </a:buClr>
              <a:buSzPct val="25000"/>
              <a:buFont typeface="Arimo"/>
              <a:buNone/>
            </a:pPr>
            <a:endParaRPr sz="400" b="1" i="0" u="none" strike="noStrike" cap="none">
              <a:solidFill>
                <a:srgbClr val="3366FF"/>
              </a:solidFill>
              <a:latin typeface="Arimo"/>
              <a:ea typeface="Arimo"/>
              <a:cs typeface="Arimo"/>
              <a:sym typeface="Arimo"/>
            </a:endParaRPr>
          </a:p>
          <a:p>
            <a:pPr marL="342900" marR="0" lvl="0" indent="-342900" algn="l" rtl="0">
              <a:lnSpc>
                <a:spcPct val="80000"/>
              </a:lnSpc>
              <a:spcBef>
                <a:spcPts val="0"/>
              </a:spcBef>
              <a:spcAft>
                <a:spcPts val="0"/>
              </a:spcAft>
              <a:buClr>
                <a:srgbClr val="333399"/>
              </a:buClr>
              <a:buSzPct val="25000"/>
              <a:buFont typeface="Arimo"/>
              <a:buNone/>
            </a:pPr>
            <a:endParaRPr sz="400" b="1" i="0" u="none" strike="noStrike" cap="none">
              <a:solidFill>
                <a:srgbClr val="3366FF"/>
              </a:solidFill>
              <a:latin typeface="Arimo"/>
              <a:ea typeface="Arimo"/>
              <a:cs typeface="Arimo"/>
              <a:sym typeface="Arimo"/>
            </a:endParaRPr>
          </a:p>
          <a:p>
            <a:pPr marL="342900" marR="0" lvl="0" indent="-342900" algn="l" rtl="0">
              <a:lnSpc>
                <a:spcPct val="100000"/>
              </a:lnSpc>
              <a:spcBef>
                <a:spcPts val="0"/>
              </a:spcBef>
              <a:spcAft>
                <a:spcPts val="0"/>
              </a:spcAft>
              <a:buClr>
                <a:srgbClr val="333399"/>
              </a:buClr>
              <a:buSzPct val="25000"/>
              <a:buFont typeface="Arimo"/>
              <a:buNone/>
            </a:pPr>
            <a:endParaRPr sz="400" b="1" i="0" u="none" strike="noStrike" cap="none">
              <a:solidFill>
                <a:srgbClr val="3366FF"/>
              </a:solidFill>
              <a:latin typeface="Arimo"/>
              <a:ea typeface="Arimo"/>
              <a:cs typeface="Arimo"/>
              <a:sym typeface="Arimo"/>
            </a:endParaRPr>
          </a:p>
          <a:p>
            <a:pPr marL="342900" marR="0" lvl="0" indent="-342900" algn="l" rtl="0">
              <a:lnSpc>
                <a:spcPct val="100000"/>
              </a:lnSpc>
              <a:spcBef>
                <a:spcPts val="0"/>
              </a:spcBef>
              <a:spcAft>
                <a:spcPts val="0"/>
              </a:spcAft>
              <a:buClr>
                <a:srgbClr val="333399"/>
              </a:buClr>
              <a:buSzPct val="25000"/>
              <a:buFont typeface="Arimo"/>
              <a:buNone/>
            </a:pPr>
            <a:endParaRPr sz="400" b="1" i="0" u="none" strike="noStrike" cap="none">
              <a:solidFill>
                <a:srgbClr val="3366FF"/>
              </a:solidFill>
              <a:latin typeface="Arimo"/>
              <a:ea typeface="Arimo"/>
              <a:cs typeface="Arimo"/>
              <a:sym typeface="Arimo"/>
            </a:endParaRPr>
          </a:p>
          <a:p>
            <a:pPr marL="342900" marR="0" lvl="0" indent="-342900" algn="l" rtl="0">
              <a:lnSpc>
                <a:spcPct val="100000"/>
              </a:lnSpc>
              <a:spcBef>
                <a:spcPts val="0"/>
              </a:spcBef>
              <a:spcAft>
                <a:spcPts val="0"/>
              </a:spcAft>
              <a:buClr>
                <a:schemeClr val="dk1"/>
              </a:buClr>
              <a:buSzPct val="25000"/>
              <a:buFont typeface="Arimo"/>
              <a:buNone/>
            </a:pPr>
            <a:r>
              <a:rPr lang="en-US" sz="500" b="0" i="0" u="none" strike="noStrike" cap="none">
                <a:solidFill>
                  <a:schemeClr val="dk1"/>
                </a:solidFill>
                <a:latin typeface="Arimo"/>
                <a:ea typeface="Arimo"/>
                <a:cs typeface="Arimo"/>
                <a:sym typeface="Arimo"/>
              </a:rPr>
              <a:t>	</a:t>
            </a:r>
            <a:endParaRPr lang="en-US" sz="500" b="0" i="0" u="none" strike="noStrike" cap="none">
              <a:solidFill>
                <a:schemeClr val="dk1"/>
              </a:solidFill>
              <a:latin typeface="Arimo"/>
              <a:ea typeface="Arimo"/>
              <a:cs typeface="Arimo"/>
              <a:sym typeface="Arimo"/>
            </a:endParaRPr>
          </a:p>
          <a:p>
            <a:pPr marL="342900" marR="0" lvl="0" indent="-342900" algn="l" rtl="0">
              <a:lnSpc>
                <a:spcPct val="100000"/>
              </a:lnSpc>
              <a:spcBef>
                <a:spcPts val="100"/>
              </a:spcBef>
              <a:spcAft>
                <a:spcPts val="0"/>
              </a:spcAft>
              <a:buClr>
                <a:srgbClr val="333399"/>
              </a:buClr>
              <a:buSzPct val="100000"/>
              <a:buFont typeface="Arimo"/>
              <a:buNone/>
            </a:pPr>
            <a:endParaRPr sz="500" b="0" i="0" u="none" strike="noStrike" cap="none">
              <a:solidFill>
                <a:schemeClr val="dk1"/>
              </a:solidFill>
              <a:latin typeface="Arimo"/>
              <a:ea typeface="Arimo"/>
              <a:cs typeface="Arimo"/>
              <a:sym typeface="Arim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1"/>
        <p:cNvGrpSpPr/>
        <p:nvPr/>
      </p:nvGrpSpPr>
      <p:grpSpPr>
        <a:xfrm>
          <a:off x="0" y="0"/>
          <a:ext cx="0" cy="0"/>
          <a:chOff x="0" y="0"/>
          <a:chExt cx="0" cy="0"/>
        </a:xfrm>
      </p:grpSpPr>
      <p:sp>
        <p:nvSpPr>
          <p:cNvPr id="342" name="Shape 342"/>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43" name="Shape 343"/>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44" name="Shape 344"/>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Validating the DFD</a:t>
            </a:r>
            <a:endParaRPr lang="en-US" sz="3200" b="1" i="0" u="none" strike="noStrike" cap="none">
              <a:solidFill>
                <a:srgbClr val="333399"/>
              </a:solidFill>
              <a:latin typeface="Arimo"/>
              <a:ea typeface="Arimo"/>
              <a:cs typeface="Arimo"/>
              <a:sym typeface="Arimo"/>
            </a:endParaRPr>
          </a:p>
        </p:txBody>
      </p:sp>
      <p:sp>
        <p:nvSpPr>
          <p:cNvPr id="345" name="Shape 345"/>
          <p:cNvSpPr txBox="1">
            <a:spLocks noGrp="1"/>
          </p:cNvSpPr>
          <p:nvPr>
            <p:ph type="body" idx="1"/>
          </p:nvPr>
        </p:nvSpPr>
        <p:spPr>
          <a:xfrm>
            <a:off x="571500" y="1600200"/>
            <a:ext cx="8001000" cy="4190999"/>
          </a:xfrm>
          <a:prstGeom prst="rect">
            <a:avLst/>
          </a:prstGeom>
          <a:noFill/>
          <a:ln>
            <a:noFill/>
          </a:ln>
        </p:spPr>
        <p:txBody>
          <a:bodyPr lIns="91425" tIns="45700" rIns="91425" bIns="45700" anchor="t" anchorCtr="0">
            <a:noAutofit/>
          </a:bodyPr>
          <a:lstStyle/>
          <a:p>
            <a:pPr marL="342900" marR="0" lvl="0" indent="-342900" algn="l" rtl="0">
              <a:lnSpc>
                <a:spcPct val="90000"/>
              </a:lnSpc>
              <a:spcBef>
                <a:spcPts val="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Semantics errors – diagram conveys correct meaning</a:t>
            </a:r>
            <a:endParaRPr lang="en-US" sz="2800" b="0" i="0" u="none" strike="noStrike" cap="none">
              <a:solidFill>
                <a:srgbClr val="333399"/>
              </a:solidFill>
              <a:latin typeface="Arimo"/>
              <a:ea typeface="Arimo"/>
              <a:cs typeface="Arimo"/>
              <a:sym typeface="Arimo"/>
            </a:endParaRPr>
          </a:p>
          <a:p>
            <a:pPr marL="742950" marR="0" lvl="1" indent="-28575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Assure accuracy of DFD relative to actual/desired business processes</a:t>
            </a:r>
            <a:endParaRPr lang="en-US" sz="2800" b="0" i="0" u="none" strike="noStrike" cap="none">
              <a:solidFill>
                <a:srgbClr val="333399"/>
              </a:solidFill>
              <a:latin typeface="Arimo"/>
              <a:ea typeface="Arimo"/>
              <a:cs typeface="Arimo"/>
              <a:sym typeface="Arimo"/>
            </a:endParaRPr>
          </a:p>
          <a:p>
            <a:pPr marL="342900" marR="0" lvl="0" indent="-34290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To verify correct representation, use</a:t>
            </a:r>
            <a:endParaRPr lang="en-US" sz="2800" b="0" i="0" u="none" strike="noStrike" cap="none">
              <a:solidFill>
                <a:srgbClr val="333399"/>
              </a:solidFill>
              <a:latin typeface="Arimo"/>
              <a:ea typeface="Arimo"/>
              <a:cs typeface="Arimo"/>
              <a:sym typeface="Arimo"/>
            </a:endParaRPr>
          </a:p>
          <a:p>
            <a:pPr marL="742950" marR="0" lvl="1" indent="-285750" algn="l" rtl="0">
              <a:lnSpc>
                <a:spcPct val="9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User walkthroughs</a:t>
            </a:r>
            <a:endParaRPr lang="en-US" sz="2400" b="0" i="0" u="none" strike="noStrike" cap="none">
              <a:solidFill>
                <a:srgbClr val="333399"/>
              </a:solidFill>
              <a:latin typeface="Arimo"/>
              <a:ea typeface="Arimo"/>
              <a:cs typeface="Arimo"/>
              <a:sym typeface="Arimo"/>
            </a:endParaRPr>
          </a:p>
          <a:p>
            <a:pPr marL="742950" marR="0" lvl="1" indent="-285750" algn="l" rtl="0">
              <a:lnSpc>
                <a:spcPct val="9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Role-play processes</a:t>
            </a:r>
            <a:endParaRPr lang="en-US" sz="2400" b="0" i="0" u="none" strike="noStrike" cap="none">
              <a:solidFill>
                <a:srgbClr val="333399"/>
              </a:solidFill>
              <a:latin typeface="Arimo"/>
              <a:ea typeface="Arimo"/>
              <a:cs typeface="Arimo"/>
              <a:sym typeface="Arimo"/>
            </a:endParaRPr>
          </a:p>
          <a:p>
            <a:pPr marL="342900" marR="0" lvl="0" indent="-34290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Examine lowest level DFDs to ensure consistent decomposition</a:t>
            </a:r>
            <a:endParaRPr lang="en-US" sz="2800" b="0" i="0" u="none" strike="noStrike" cap="none">
              <a:solidFill>
                <a:srgbClr val="333399"/>
              </a:solidFill>
              <a:latin typeface="Arimo"/>
              <a:ea typeface="Arimo"/>
              <a:cs typeface="Arimo"/>
              <a:sym typeface="Arimo"/>
            </a:endParaRPr>
          </a:p>
          <a:p>
            <a:pPr marL="342900" marR="0" lvl="0" indent="-342900" algn="l" rtl="0">
              <a:lnSpc>
                <a:spcPct val="90000"/>
              </a:lnSpc>
              <a:spcBef>
                <a:spcPts val="560"/>
              </a:spcBef>
              <a:spcAft>
                <a:spcPts val="0"/>
              </a:spcAft>
              <a:buClr>
                <a:srgbClr val="333399"/>
              </a:buClr>
              <a:buSzPct val="100000"/>
              <a:buFont typeface="Arimo"/>
              <a:buChar char="•"/>
            </a:pPr>
            <a:r>
              <a:rPr lang="en-US" sz="2800" b="0" i="0" u="none" strike="noStrike" cap="none">
                <a:solidFill>
                  <a:srgbClr val="333399"/>
                </a:solidFill>
                <a:latin typeface="Arimo"/>
                <a:ea typeface="Arimo"/>
                <a:cs typeface="Arimo"/>
                <a:sym typeface="Arimo"/>
              </a:rPr>
              <a:t>Examine names carefully to ensure consistent use of terms</a:t>
            </a:r>
            <a:endParaRPr lang="en-US" sz="2800" b="0" i="0" u="none" strike="noStrike" cap="none">
              <a:solidFill>
                <a:srgbClr val="333399"/>
              </a:solidFill>
              <a:latin typeface="Arimo"/>
              <a:ea typeface="Arimo"/>
              <a:cs typeface="Arimo"/>
              <a:sym typeface="Arim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9"/>
        <p:cNvGrpSpPr/>
        <p:nvPr/>
      </p:nvGrpSpPr>
      <p:grpSpPr>
        <a:xfrm>
          <a:off x="0" y="0"/>
          <a:ext cx="0" cy="0"/>
          <a:chOff x="0" y="0"/>
          <a:chExt cx="0" cy="0"/>
        </a:xfrm>
      </p:grpSpPr>
      <p:sp>
        <p:nvSpPr>
          <p:cNvPr id="350" name="Shape 350"/>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51" name="Shape 351"/>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52" name="Shape 352"/>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A Quick Review of Decomposition for CD Selections</a:t>
            </a:r>
            <a:endParaRPr lang="en-US" sz="3200" b="1" i="0" u="none" strike="noStrike" cap="none">
              <a:solidFill>
                <a:srgbClr val="333399"/>
              </a:solidFill>
              <a:latin typeface="Arimo"/>
              <a:ea typeface="Arimo"/>
              <a:cs typeface="Arimo"/>
              <a:sym typeface="Arim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6"/>
        <p:cNvGrpSpPr/>
        <p:nvPr/>
      </p:nvGrpSpPr>
      <p:grpSpPr>
        <a:xfrm>
          <a:off x="0" y="0"/>
          <a:ext cx="0" cy="0"/>
          <a:chOff x="0" y="0"/>
          <a:chExt cx="0" cy="0"/>
        </a:xfrm>
      </p:grpSpPr>
      <p:sp>
        <p:nvSpPr>
          <p:cNvPr id="357" name="Shape 357"/>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58" name="Shape 358"/>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59" name="Shape 359"/>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Context Diagram for CD Selections Internet Sales System</a:t>
            </a:r>
            <a:endParaRPr lang="en-US" sz="3200" b="1" i="0" u="none" strike="noStrike" cap="none">
              <a:solidFill>
                <a:srgbClr val="333399"/>
              </a:solidFill>
              <a:latin typeface="Arimo"/>
              <a:ea typeface="Arimo"/>
              <a:cs typeface="Arimo"/>
              <a:sym typeface="Arimo"/>
            </a:endParaRPr>
          </a:p>
        </p:txBody>
      </p:sp>
      <p:pic>
        <p:nvPicPr>
          <p:cNvPr id="360" name="Shape 360"/>
          <p:cNvPicPr preferRelativeResize="0"/>
          <p:nvPr/>
        </p:nvPicPr>
        <p:blipFill rotWithShape="1">
          <a:blip r:embed="rId1"/>
          <a:srcRect l="17646" t="29230" r="16666" b="29230"/>
          <a:stretch>
            <a:fillRect/>
          </a:stretch>
        </p:blipFill>
        <p:spPr>
          <a:xfrm>
            <a:off x="685800" y="2209800"/>
            <a:ext cx="7772400" cy="38099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4"/>
        <p:cNvGrpSpPr/>
        <p:nvPr/>
      </p:nvGrpSpPr>
      <p:grpSpPr>
        <a:xfrm>
          <a:off x="0" y="0"/>
          <a:ext cx="0" cy="0"/>
          <a:chOff x="0" y="0"/>
          <a:chExt cx="0" cy="0"/>
        </a:xfrm>
      </p:grpSpPr>
      <p:sp>
        <p:nvSpPr>
          <p:cNvPr id="365" name="Shape 365"/>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66" name="Shape 366"/>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67" name="Shape 367"/>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Level 0 DFD for CD Selections Internet System</a:t>
            </a:r>
            <a:endParaRPr lang="en-US" sz="3200" b="1" i="0" u="none" strike="noStrike" cap="none">
              <a:solidFill>
                <a:srgbClr val="333399"/>
              </a:solidFill>
              <a:latin typeface="Arimo"/>
              <a:ea typeface="Arimo"/>
              <a:cs typeface="Arimo"/>
              <a:sym typeface="Arimo"/>
            </a:endParaRPr>
          </a:p>
        </p:txBody>
      </p:sp>
      <p:pic>
        <p:nvPicPr>
          <p:cNvPr id="368" name="Shape 368"/>
          <p:cNvPicPr preferRelativeResize="0"/>
          <p:nvPr/>
        </p:nvPicPr>
        <p:blipFill rotWithShape="1">
          <a:blip r:embed="rId1"/>
          <a:srcRect l="10784" t="17424" r="9802" b="18181"/>
          <a:stretch>
            <a:fillRect/>
          </a:stretch>
        </p:blipFill>
        <p:spPr>
          <a:xfrm>
            <a:off x="990600" y="1676400"/>
            <a:ext cx="7315200" cy="4648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p:cNvGrpSpPr/>
        <p:nvPr/>
      </p:nvGrpSpPr>
      <p:grpSpPr>
        <a:xfrm>
          <a:off x="0" y="0"/>
          <a:ext cx="0" cy="0"/>
          <a:chOff x="0" y="0"/>
          <a:chExt cx="0" cy="0"/>
        </a:xfrm>
      </p:grpSpPr>
      <p:sp>
        <p:nvSpPr>
          <p:cNvPr id="373" name="Shape 373"/>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74" name="Shape 374"/>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75" name="Shape 375"/>
          <p:cNvSpPr txBox="1">
            <a:spLocks noGrp="1"/>
          </p:cNvSpPr>
          <p:nvPr>
            <p:ph type="title"/>
          </p:nvPr>
        </p:nvSpPr>
        <p:spPr>
          <a:xfrm>
            <a:off x="381000" y="304800"/>
            <a:ext cx="7962899"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1" i="0" u="none" strike="noStrike" cap="none">
                <a:solidFill>
                  <a:srgbClr val="333399"/>
                </a:solidFill>
                <a:latin typeface="Arimo"/>
                <a:ea typeface="Arimo"/>
                <a:cs typeface="Arimo"/>
                <a:sym typeface="Arimo"/>
              </a:rPr>
              <a:t>Level 1 DFD for CD Selections Process 1: Take Requests</a:t>
            </a:r>
            <a:endParaRPr lang="en-US" sz="3200" b="1" i="0" u="none" strike="noStrike" cap="none">
              <a:solidFill>
                <a:srgbClr val="333399"/>
              </a:solidFill>
              <a:latin typeface="Arimo"/>
              <a:ea typeface="Arimo"/>
              <a:cs typeface="Arimo"/>
              <a:sym typeface="Arimo"/>
            </a:endParaRPr>
          </a:p>
        </p:txBody>
      </p:sp>
      <p:pic>
        <p:nvPicPr>
          <p:cNvPr id="376" name="Shape 376"/>
          <p:cNvPicPr preferRelativeResize="0"/>
          <p:nvPr/>
        </p:nvPicPr>
        <p:blipFill rotWithShape="1">
          <a:blip r:embed="rId1"/>
          <a:srcRect l="15685" t="21968" r="14706" b="21968"/>
          <a:stretch>
            <a:fillRect/>
          </a:stretch>
        </p:blipFill>
        <p:spPr>
          <a:xfrm>
            <a:off x="1219200" y="1676400"/>
            <a:ext cx="7162799" cy="4495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0"/>
        <p:cNvGrpSpPr/>
        <p:nvPr/>
      </p:nvGrpSpPr>
      <p:grpSpPr>
        <a:xfrm>
          <a:off x="0" y="0"/>
          <a:ext cx="0" cy="0"/>
          <a:chOff x="0" y="0"/>
          <a:chExt cx="0" cy="0"/>
        </a:xfrm>
      </p:grpSpPr>
      <p:sp>
        <p:nvSpPr>
          <p:cNvPr id="381" name="Shape 381"/>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82" name="Shape 382"/>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83" name="Shape 383"/>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600" b="1" i="0" u="none" strike="noStrike" cap="none">
                <a:solidFill>
                  <a:srgbClr val="333399"/>
                </a:solidFill>
                <a:latin typeface="Arimo"/>
                <a:ea typeface="Arimo"/>
                <a:cs typeface="Arimo"/>
                <a:sym typeface="Arimo"/>
              </a:rPr>
              <a:t>Summary</a:t>
            </a:r>
            <a:endParaRPr lang="en-US" sz="3600" b="1" i="0" u="none" strike="noStrike" cap="none">
              <a:solidFill>
                <a:srgbClr val="333399"/>
              </a:solidFill>
              <a:latin typeface="Arimo"/>
              <a:ea typeface="Arimo"/>
              <a:cs typeface="Arimo"/>
              <a:sym typeface="Arimo"/>
            </a:endParaRPr>
          </a:p>
        </p:txBody>
      </p:sp>
      <p:sp>
        <p:nvSpPr>
          <p:cNvPr id="384" name="Shape 384"/>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3000" b="0" i="0" u="none" strike="noStrike" cap="none">
                <a:solidFill>
                  <a:srgbClr val="333399"/>
                </a:solidFill>
                <a:latin typeface="Arimo"/>
                <a:ea typeface="Arimo"/>
                <a:cs typeface="Arimo"/>
                <a:sym typeface="Arimo"/>
              </a:rPr>
              <a:t>The Data Flow Diagram (DFD) is an essential tool for creating formal descriptions of business processes.</a:t>
            </a:r>
            <a:endParaRPr lang="en-US" sz="3000" b="0" i="0" u="none" strike="noStrike" cap="none">
              <a:solidFill>
                <a:srgbClr val="333399"/>
              </a:solidFill>
              <a:latin typeface="Arimo"/>
              <a:ea typeface="Arimo"/>
              <a:cs typeface="Arimo"/>
              <a:sym typeface="Arimo"/>
            </a:endParaRPr>
          </a:p>
          <a:p>
            <a:pPr marL="342900" marR="0" lvl="0" indent="-342900" algn="l" rtl="0">
              <a:lnSpc>
                <a:spcPct val="100000"/>
              </a:lnSpc>
              <a:spcBef>
                <a:spcPts val="600"/>
              </a:spcBef>
              <a:spcAft>
                <a:spcPts val="0"/>
              </a:spcAft>
              <a:buClr>
                <a:srgbClr val="333399"/>
              </a:buClr>
              <a:buSzPct val="100000"/>
              <a:buFont typeface="Arimo"/>
              <a:buChar char="•"/>
            </a:pPr>
            <a:r>
              <a:rPr lang="en-US" sz="3000" b="0" i="0" u="none" strike="noStrike" cap="none">
                <a:solidFill>
                  <a:srgbClr val="333399"/>
                </a:solidFill>
                <a:latin typeface="Arimo"/>
                <a:ea typeface="Arimo"/>
                <a:cs typeface="Arimo"/>
                <a:sym typeface="Arimo"/>
              </a:rPr>
              <a:t>Use cases record the input, transformation, and output of business processes and are the basis for process models.</a:t>
            </a:r>
            <a:endParaRPr lang="en-US" sz="3000" b="0" i="0" u="none" strike="noStrike" cap="none">
              <a:solidFill>
                <a:srgbClr val="333399"/>
              </a:solidFill>
              <a:latin typeface="Arimo"/>
              <a:ea typeface="Arimo"/>
              <a:cs typeface="Arimo"/>
              <a:sym typeface="Arimo"/>
            </a:endParaRPr>
          </a:p>
          <a:p>
            <a:pPr marL="342900" marR="0" lvl="0" indent="-342900" algn="l" rtl="0">
              <a:lnSpc>
                <a:spcPct val="100000"/>
              </a:lnSpc>
              <a:spcBef>
                <a:spcPts val="600"/>
              </a:spcBef>
              <a:spcAft>
                <a:spcPts val="0"/>
              </a:spcAft>
              <a:buClr>
                <a:srgbClr val="333399"/>
              </a:buClr>
              <a:buSzPct val="100000"/>
              <a:buFont typeface="Arimo"/>
              <a:buChar char="•"/>
            </a:pPr>
            <a:r>
              <a:rPr lang="en-US" sz="3000" b="0" i="0" u="none" strike="noStrike" cap="none">
                <a:solidFill>
                  <a:srgbClr val="333399"/>
                </a:solidFill>
                <a:latin typeface="Arimo"/>
                <a:ea typeface="Arimo"/>
                <a:cs typeface="Arimo"/>
                <a:sym typeface="Arimo"/>
              </a:rPr>
              <a:t>Eliciting use cases and modeling business processes are critically important skills for the systems analyst to master.</a:t>
            </a:r>
            <a:endParaRPr lang="en-US" sz="3000" b="0" i="0" u="none" strike="noStrike" cap="none">
              <a:solidFill>
                <a:srgbClr val="333399"/>
              </a:solidFill>
              <a:latin typeface="Arimo"/>
              <a:ea typeface="Arimo"/>
              <a:cs typeface="Arimo"/>
              <a:sym typeface="Arim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9"/>
        <p:cNvGrpSpPr/>
        <p:nvPr/>
      </p:nvGrpSpPr>
      <p:grpSpPr>
        <a:xfrm>
          <a:off x="0" y="0"/>
          <a:ext cx="0" cy="0"/>
          <a:chOff x="0" y="0"/>
          <a:chExt cx="0" cy="0"/>
        </a:xfrm>
      </p:grpSpPr>
      <p:sp>
        <p:nvSpPr>
          <p:cNvPr id="390" name="Shape 390"/>
          <p:cNvSpPr txBox="1">
            <a:spLocks noGrp="1"/>
          </p:cNvSpPr>
          <p:nvPr>
            <p:ph type="ftr" idx="11"/>
          </p:nvPr>
        </p:nvSpPr>
        <p:spPr>
          <a:xfrm>
            <a:off x="2286000" y="6400800"/>
            <a:ext cx="6324600" cy="457200"/>
          </a:xfrm>
          <a:prstGeom prst="rect">
            <a:avLst/>
          </a:prstGeom>
          <a:noFill/>
          <a:ln>
            <a:noFill/>
          </a:ln>
        </p:spPr>
        <p:txBody>
          <a:bodyPr lIns="91425" tIns="45700" rIns="91425" bIns="45700" anchor="b" anchorCtr="0">
            <a:noAutofit/>
          </a:bodyPr>
          <a:lstStyle/>
          <a:p>
            <a:pPr marL="0" marR="0" lvl="0" indent="0" algn="r" rtl="0">
              <a:lnSpc>
                <a:spcPct val="100000"/>
              </a:lnSpc>
              <a:spcBef>
                <a:spcPts val="0"/>
              </a:spcBef>
              <a:spcAft>
                <a:spcPts val="0"/>
              </a:spcAft>
              <a:buSzPct val="25000"/>
              <a:buNone/>
            </a:pP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PowerPoint Presentation for Dennis, Wixom, &amp; Roth Systems Analysis and Design, 4th Edition</a:t>
            </a:r>
            <a:b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br>
            <a:r>
              <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rPr>
              <a:t>Copyright 2009 © John Wiley &amp; Sons, Inc.  All rights reserved.</a:t>
            </a:r>
            <a:endParaRPr lang="en-US" sz="1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391" name="Shape 391"/>
          <p:cNvSpPr txBox="1">
            <a:spLocks noGrp="1"/>
          </p:cNvSpPr>
          <p:nvPr>
            <p:ph type="sldNum" idx="12"/>
          </p:nvPr>
        </p:nvSpPr>
        <p:spPr>
          <a:xfrm>
            <a:off x="0" y="6400800"/>
            <a:ext cx="762000" cy="457200"/>
          </a:xfrm>
          <a:prstGeom prst="rect">
            <a:avLst/>
          </a:prstGeom>
          <a:noFill/>
          <a:ln>
            <a:noFill/>
          </a:ln>
        </p:spPr>
        <p:txBody>
          <a:bodyPr lIns="91425" tIns="45700" rIns="91425" bIns="45700" anchor="b" anchorCtr="0">
            <a:noAutofit/>
          </a:bodyPr>
          <a:lstStyle/>
          <a:p>
            <a:pPr marL="0" marR="0" lvl="0" indent="0" algn="l" rtl="0">
              <a:lnSpc>
                <a:spcPct val="100000"/>
              </a:lnSpc>
              <a:spcBef>
                <a:spcPts val="0"/>
              </a:spcBef>
              <a:spcAft>
                <a:spcPts val="0"/>
              </a:spcAft>
              <a:buSzPct val="25000"/>
              <a:buNone/>
            </a:pPr>
            <a:r>
              <a:rPr lang="en-US"/>
              <a:t> </a:t>
            </a:r>
            <a:endParaRPr lang="en-US"/>
          </a:p>
        </p:txBody>
      </p:sp>
      <p:sp>
        <p:nvSpPr>
          <p:cNvPr id="392" name="Shape 392"/>
          <p:cNvSpPr txBox="1">
            <a:spLocks noGrp="1"/>
          </p:cNvSpPr>
          <p:nvPr>
            <p:ph type="title"/>
          </p:nvPr>
        </p:nvSpPr>
        <p:spPr>
          <a:xfrm>
            <a:off x="571500" y="304800"/>
            <a:ext cx="7772400" cy="1143000"/>
          </a:xfrm>
          <a:prstGeom prst="rect">
            <a:avLst/>
          </a:prstGeom>
          <a:noFill/>
          <a:ln>
            <a:noFill/>
          </a:ln>
        </p:spPr>
        <p:txBody>
          <a:bodyPr lIns="91425" tIns="45700" rIns="91425" bIns="45700" anchor="b" anchorCtr="0">
            <a:noAutofit/>
          </a:bodyPr>
          <a:lstStyle/>
          <a:p>
            <a:pPr marL="0" marR="0" lvl="0" indent="0" algn="ctr" rtl="0">
              <a:lnSpc>
                <a:spcPct val="100000"/>
              </a:lnSpc>
              <a:spcBef>
                <a:spcPts val="0"/>
              </a:spcBef>
              <a:spcAft>
                <a:spcPts val="0"/>
              </a:spcAft>
              <a:buClr>
                <a:srgbClr val="333399"/>
              </a:buClr>
              <a:buSzPct val="25000"/>
              <a:buFont typeface="Arimo"/>
              <a:buNone/>
            </a:pPr>
            <a:r>
              <a:rPr lang="en-US" sz="3200" b="0" i="0" u="none" strike="noStrike" cap="none">
                <a:solidFill>
                  <a:srgbClr val="333399"/>
                </a:solidFill>
                <a:latin typeface="Arimo"/>
                <a:ea typeface="Arimo"/>
                <a:cs typeface="Arimo"/>
                <a:sym typeface="Arimo"/>
              </a:rPr>
              <a:t>Copyright © 2009 John Wiley &amp; Sons, Inc.</a:t>
            </a:r>
            <a:endParaRPr lang="en-US" sz="3200" b="0" i="0" u="none" strike="noStrike" cap="none">
              <a:solidFill>
                <a:srgbClr val="333399"/>
              </a:solidFill>
              <a:latin typeface="Arimo"/>
              <a:ea typeface="Arimo"/>
              <a:cs typeface="Arimo"/>
              <a:sym typeface="Arimo"/>
            </a:endParaRPr>
          </a:p>
        </p:txBody>
      </p:sp>
      <p:sp>
        <p:nvSpPr>
          <p:cNvPr id="393" name="Shape 393"/>
          <p:cNvSpPr txBox="1">
            <a:spLocks noGrp="1"/>
          </p:cNvSpPr>
          <p:nvPr>
            <p:ph type="body" idx="1"/>
          </p:nvPr>
        </p:nvSpPr>
        <p:spPr>
          <a:xfrm>
            <a:off x="571500" y="1676400"/>
            <a:ext cx="8001000" cy="4495800"/>
          </a:xfrm>
          <a:prstGeom prst="rect">
            <a:avLst/>
          </a:prstGeom>
          <a:noFill/>
          <a:ln>
            <a:noFill/>
          </a:ln>
        </p:spPr>
        <p:txBody>
          <a:bodyPr lIns="91425" tIns="45700" rIns="91425" bIns="45700" anchor="t" anchorCtr="0">
            <a:noAutofit/>
          </a:bodyPr>
          <a:lstStyle/>
          <a:p>
            <a:pPr marL="342900" marR="0" lvl="0" indent="-342900" algn="l" rtl="0">
              <a:lnSpc>
                <a:spcPct val="100000"/>
              </a:lnSpc>
              <a:spcBef>
                <a:spcPts val="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All rights reserved.  Reproduction or translation of this work beyond that permitted in Section 117 of the 1976 United States Copyright Act without the express written permission of the copyright owner is unlawful. </a:t>
            </a:r>
            <a:endParaRPr lang="en-US" sz="2400" b="0" i="0" u="none" strike="noStrike" cap="none">
              <a:solidFill>
                <a:srgbClr val="333399"/>
              </a:solidFill>
              <a:latin typeface="Arimo"/>
              <a:ea typeface="Arimo"/>
              <a:cs typeface="Arimo"/>
              <a:sym typeface="Arimo"/>
            </a:endParaRPr>
          </a:p>
          <a:p>
            <a:pPr marL="342900" marR="0" lvl="0" indent="-342900" algn="l" rtl="0">
              <a:lnSpc>
                <a:spcPct val="10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Request for further information should be addressed to the Permissions Department, John Wiley &amp; Sons, Inc.  </a:t>
            </a:r>
            <a:endParaRPr lang="en-US" sz="2400" b="0" i="0" u="none" strike="noStrike" cap="none">
              <a:solidFill>
                <a:srgbClr val="333399"/>
              </a:solidFill>
              <a:latin typeface="Arimo"/>
              <a:ea typeface="Arimo"/>
              <a:cs typeface="Arimo"/>
              <a:sym typeface="Arimo"/>
            </a:endParaRPr>
          </a:p>
          <a:p>
            <a:pPr marL="342900" marR="0" lvl="0" indent="-342900" algn="l" rtl="0">
              <a:lnSpc>
                <a:spcPct val="10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The purchaser may make back-up copies for his/her own use only and not for redistribution or resale.  </a:t>
            </a:r>
            <a:endParaRPr lang="en-US" sz="2400" b="0" i="0" u="none" strike="noStrike" cap="none">
              <a:solidFill>
                <a:srgbClr val="333399"/>
              </a:solidFill>
              <a:latin typeface="Arimo"/>
              <a:ea typeface="Arimo"/>
              <a:cs typeface="Arimo"/>
              <a:sym typeface="Arimo"/>
            </a:endParaRPr>
          </a:p>
          <a:p>
            <a:pPr marL="342900" marR="0" lvl="0" indent="-342900" algn="l" rtl="0">
              <a:lnSpc>
                <a:spcPct val="100000"/>
              </a:lnSpc>
              <a:spcBef>
                <a:spcPts val="480"/>
              </a:spcBef>
              <a:spcAft>
                <a:spcPts val="0"/>
              </a:spcAft>
              <a:buClr>
                <a:srgbClr val="333399"/>
              </a:buClr>
              <a:buSzPct val="100000"/>
              <a:buFont typeface="Arimo"/>
              <a:buChar char="•"/>
            </a:pPr>
            <a:r>
              <a:rPr lang="en-US" sz="2400" b="0" i="0" u="none" strike="noStrike" cap="none">
                <a:solidFill>
                  <a:srgbClr val="333399"/>
                </a:solidFill>
                <a:latin typeface="Arimo"/>
                <a:ea typeface="Arimo"/>
                <a:cs typeface="Arimo"/>
                <a:sym typeface="Arimo"/>
              </a:rPr>
              <a:t>The Publisher assumes no responsibility for errors, omissions, or damages, caused by the use of these programs or from the use of the information contained herein.  </a:t>
            </a:r>
            <a:endParaRPr lang="en-US" sz="2400" b="0" i="0" u="none" strike="noStrike" cap="none">
              <a:solidFill>
                <a:srgbClr val="333399"/>
              </a:solidFill>
              <a:latin typeface="Arimo"/>
              <a:ea typeface="Arimo"/>
              <a:cs typeface="Arimo"/>
              <a:sym typeface="Arimo"/>
            </a:endParaRPr>
          </a:p>
        </p:txBody>
      </p:sp>
    </p:spTree>
  </p:cSld>
  <p:clrMapOvr>
    <a:masterClrMapping/>
  </p:clrMapOvr>
</p:sld>
</file>

<file path=ppt/theme/theme1.xml><?xml version="1.0" encoding="utf-8"?>
<a:theme xmlns:a="http://schemas.openxmlformats.org/drawingml/2006/main" name="Dennis PPT">
  <a:themeElements>
    <a:clrScheme name="Dennis PPT 1">
      <a:dk1>
        <a:srgbClr val="000000"/>
      </a:dk1>
      <a:lt1>
        <a:srgbClr val="FFFFFF"/>
      </a:lt1>
      <a:dk2>
        <a:srgbClr val="4D4D4D"/>
      </a:dk2>
      <a:lt2>
        <a:srgbClr val="B2B2B2"/>
      </a:lt2>
      <a:accent1>
        <a:srgbClr val="969696"/>
      </a:accent1>
      <a:accent2>
        <a:srgbClr val="EAEAEA"/>
      </a:accent2>
      <a:accent3>
        <a:srgbClr val="FFFFFF"/>
      </a:accent3>
      <a:accent4>
        <a:srgbClr val="969696"/>
      </a:accent4>
      <a:accent5>
        <a:srgbClr val="EAEAEA"/>
      </a:accent5>
      <a:accent6>
        <a:srgbClr val="FFFFFF"/>
      </a:accent6>
      <a:hlink>
        <a:srgbClr val="777777"/>
      </a:hlink>
      <a:folHlink>
        <a:srgbClr val="C0C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15156</Words>
  <Application>WPS Presentation</Application>
  <PresentationFormat>On-screen Show (4:3)</PresentationFormat>
  <Paragraphs>422</Paragraphs>
  <Slides>42</Slides>
  <Notes>41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42</vt:i4>
      </vt:variant>
    </vt:vector>
  </HeadingPairs>
  <TitlesOfParts>
    <vt:vector size="54" baseType="lpstr">
      <vt:lpstr>Arial</vt:lpstr>
      <vt:lpstr>SimSun</vt:lpstr>
      <vt:lpstr>Wingdings</vt:lpstr>
      <vt:lpstr>Arial</vt:lpstr>
      <vt:lpstr>Arimo</vt:lpstr>
      <vt:lpstr>Aosta PERSONAL USE ONLY!</vt:lpstr>
      <vt:lpstr>Times New Roman</vt:lpstr>
      <vt:lpstr>Tahoma</vt:lpstr>
      <vt:lpstr>Garamond</vt:lpstr>
      <vt:lpstr>Microsoft YaHei</vt:lpstr>
      <vt:lpstr>Arial Unicode MS</vt:lpstr>
      <vt:lpstr>Dennis PPT</vt:lpstr>
      <vt:lpstr>Systems Analysis and Design</vt:lpstr>
      <vt:lpstr>Process Modeling</vt:lpstr>
      <vt:lpstr>Process Modeling</vt:lpstr>
      <vt:lpstr>Key Definitions</vt:lpstr>
      <vt:lpstr>Key Definitions</vt:lpstr>
      <vt:lpstr>DATA FLOW DIAGRAMS (DFD)</vt:lpstr>
      <vt:lpstr>Reading a DFD</vt:lpstr>
      <vt:lpstr>Elements of a DFD</vt:lpstr>
      <vt:lpstr>DFD Elements</vt:lpstr>
      <vt:lpstr>Naming and Drawing DFD Elements</vt:lpstr>
      <vt:lpstr>Using a DFD to Define Business Processes</vt:lpstr>
      <vt:lpstr>Key Definition</vt:lpstr>
      <vt:lpstr>Relationship among Levels of DFDs</vt:lpstr>
      <vt:lpstr>Context Diagram</vt:lpstr>
      <vt:lpstr>Level 0 Diagram</vt:lpstr>
      <vt:lpstr>Level 1 Diagrams</vt:lpstr>
      <vt:lpstr>Level 2 Diagrams</vt:lpstr>
      <vt:lpstr>Alternative Data Flows</vt:lpstr>
      <vt:lpstr>Your Turn</vt:lpstr>
      <vt:lpstr>Process Descriptions</vt:lpstr>
      <vt:lpstr>CREATING DATA FLOW DIAGRAMS</vt:lpstr>
      <vt:lpstr>Integrating Scenario Descriptions</vt:lpstr>
      <vt:lpstr>Steps in Building DFDs</vt:lpstr>
      <vt:lpstr>Creating the Context Diagram</vt:lpstr>
      <vt:lpstr>A Context Diagram Example</vt:lpstr>
      <vt:lpstr>Creating DFD Fragments</vt:lpstr>
      <vt:lpstr>Creating DFD Fragments</vt:lpstr>
      <vt:lpstr>A DFD Fragment Example</vt:lpstr>
      <vt:lpstr>Creating the Level 0 Diagram</vt:lpstr>
      <vt:lpstr>A Level 0 DFD Example</vt:lpstr>
      <vt:lpstr>Creating Level 1 Diagrams (and Below)</vt:lpstr>
      <vt:lpstr>Creating Level 1 Diagrams (and Below)</vt:lpstr>
      <vt:lpstr>Validating the DFD</vt:lpstr>
      <vt:lpstr>Validating the DFD</vt:lpstr>
      <vt:lpstr>Validating the DFD</vt:lpstr>
      <vt:lpstr>Validating the DFD</vt:lpstr>
      <vt:lpstr>A Quick Review of Decomposition for CD Selections</vt:lpstr>
      <vt:lpstr>Context Diagram for CD Selections Internet Sales System</vt:lpstr>
      <vt:lpstr>Level 0 DFD for CD Selections Internet System</vt:lpstr>
      <vt:lpstr>Level 1 DFD for CD Selections Process 1: Take Requests</vt:lpstr>
      <vt:lpstr>Summary</vt:lpstr>
      <vt:lpstr>Copyright © 2009 John Wiley &amp; Sons, Inc.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Leo Alberca</cp:lastModifiedBy>
  <cp:revision>2</cp:revision>
  <dcterms:created xsi:type="dcterms:W3CDTF">2025-11-30T17:37:33Z</dcterms:created>
  <dcterms:modified xsi:type="dcterms:W3CDTF">2025-12-01T06:13:41Z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45492FD263CD40DCADA9451CD5F48AFA_12</vt:lpwstr>
  </property>
  <property fmtid="{D5CDD505-2E9C-101B-9397-08002B2CF9AE}" pid="3" name="KSOProductBuildVer">
    <vt:lpwstr>1033-12.2.0.23155</vt:lpwstr>
  </property>
</Properties>
</file>